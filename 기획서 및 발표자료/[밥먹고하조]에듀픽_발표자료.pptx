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8288000" cy="10287000"/>
  <p:notesSz cx="10287000" cy="1828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354"/>
    <p:restoredTop sz="94624"/>
  </p:normalViewPr>
  <p:slideViewPr>
    <p:cSldViewPr>
      <p:cViewPr varScale="1">
        <p:scale>
          <a:sx n="54" d="100"/>
          <a:sy n="54" d="100"/>
        </p:scale>
        <p:origin x="240" y="7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66F1F-CE9B-4651-A6AA-CD717754106B}" type="datetimeFigureOut">
              <a:rPr lang="en-US" smtClean="0"/>
              <a:t>11/27/20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har char="•"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11/27/20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11/27/20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11/27/20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11/27/20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11/27/20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11/27/20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11/27/20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11/27/20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11/27/20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11/27/20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166F1F-CE9B-4651-A6AA-CD717754106B}" type="datetimeFigureOut">
              <a:rPr lang="en-US" smtClean="0"/>
              <a:t>11/27/20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021451-1387-4CA6-816F-3879F97B5CB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�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�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8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30.png"/><Relationship Id="rId7" Type="http://schemas.openxmlformats.org/officeDocument/2006/relationships/image" Target="../media/image32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31.png"/><Relationship Id="rId10" Type="http://schemas.openxmlformats.org/officeDocument/2006/relationships/image" Target="../media/image35.png"/><Relationship Id="rId4" Type="http://schemas.openxmlformats.org/officeDocument/2006/relationships/image" Target="../media/image20.png"/><Relationship Id="rId9" Type="http://schemas.openxmlformats.org/officeDocument/2006/relationships/image" Target="../media/image3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46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5" Type="http://schemas.openxmlformats.org/officeDocument/2006/relationships/image" Target="../media/image48.png"/><Relationship Id="rId10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Relationship Id="rId14" Type="http://schemas.openxmlformats.org/officeDocument/2006/relationships/image" Target="../media/image4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36.png"/><Relationship Id="rId7" Type="http://schemas.openxmlformats.org/officeDocument/2006/relationships/image" Target="../media/image5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10" Type="http://schemas.openxmlformats.org/officeDocument/2006/relationships/image" Target="../media/image55.png"/><Relationship Id="rId4" Type="http://schemas.openxmlformats.org/officeDocument/2006/relationships/image" Target="../media/image49.png"/><Relationship Id="rId9" Type="http://schemas.openxmlformats.org/officeDocument/2006/relationships/image" Target="../media/image5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13" Type="http://schemas.openxmlformats.org/officeDocument/2006/relationships/image" Target="../media/image69.png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12" Type="http://schemas.openxmlformats.org/officeDocument/2006/relationships/image" Target="../media/image68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2.png"/><Relationship Id="rId11" Type="http://schemas.openxmlformats.org/officeDocument/2006/relationships/image" Target="../media/image67.png"/><Relationship Id="rId5" Type="http://schemas.openxmlformats.org/officeDocument/2006/relationships/image" Target="../media/image61.png"/><Relationship Id="rId10" Type="http://schemas.openxmlformats.org/officeDocument/2006/relationships/image" Target="../media/image66.png"/><Relationship Id="rId4" Type="http://schemas.openxmlformats.org/officeDocument/2006/relationships/image" Target="../media/image60.png"/><Relationship Id="rId9" Type="http://schemas.openxmlformats.org/officeDocument/2006/relationships/image" Target="../media/image65.png"/><Relationship Id="rId14" Type="http://schemas.openxmlformats.org/officeDocument/2006/relationships/image" Target="../media/image7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13" Type="http://schemas.openxmlformats.org/officeDocument/2006/relationships/image" Target="../media/image69.png"/><Relationship Id="rId3" Type="http://schemas.openxmlformats.org/officeDocument/2006/relationships/image" Target="../media/image59.png"/><Relationship Id="rId7" Type="http://schemas.openxmlformats.org/officeDocument/2006/relationships/image" Target="../media/image73.png"/><Relationship Id="rId12" Type="http://schemas.openxmlformats.org/officeDocument/2006/relationships/image" Target="../media/image68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2.png"/><Relationship Id="rId11" Type="http://schemas.openxmlformats.org/officeDocument/2006/relationships/image" Target="../media/image67.png"/><Relationship Id="rId5" Type="http://schemas.openxmlformats.org/officeDocument/2006/relationships/image" Target="../media/image72.png"/><Relationship Id="rId10" Type="http://schemas.openxmlformats.org/officeDocument/2006/relationships/image" Target="../media/image66.png"/><Relationship Id="rId4" Type="http://schemas.openxmlformats.org/officeDocument/2006/relationships/image" Target="../media/image60.png"/><Relationship Id="rId9" Type="http://schemas.openxmlformats.org/officeDocument/2006/relationships/image" Target="../media/image74.png"/><Relationship Id="rId14" Type="http://schemas.openxmlformats.org/officeDocument/2006/relationships/image" Target="../media/image7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13" Type="http://schemas.openxmlformats.org/officeDocument/2006/relationships/image" Target="../media/image89.png"/><Relationship Id="rId3" Type="http://schemas.openxmlformats.org/officeDocument/2006/relationships/image" Target="../media/image79.png"/><Relationship Id="rId7" Type="http://schemas.openxmlformats.org/officeDocument/2006/relationships/image" Target="../media/image83.png"/><Relationship Id="rId12" Type="http://schemas.openxmlformats.org/officeDocument/2006/relationships/image" Target="../media/image88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2.png"/><Relationship Id="rId11" Type="http://schemas.openxmlformats.org/officeDocument/2006/relationships/image" Target="../media/image87.png"/><Relationship Id="rId5" Type="http://schemas.openxmlformats.org/officeDocument/2006/relationships/image" Target="../media/image81.png"/><Relationship Id="rId15" Type="http://schemas.openxmlformats.org/officeDocument/2006/relationships/image" Target="../media/image91.png"/><Relationship Id="rId10" Type="http://schemas.openxmlformats.org/officeDocument/2006/relationships/image" Target="../media/image86.png"/><Relationship Id="rId4" Type="http://schemas.openxmlformats.org/officeDocument/2006/relationships/image" Target="../media/image80.png"/><Relationship Id="rId9" Type="http://schemas.openxmlformats.org/officeDocument/2006/relationships/image" Target="../media/image85.png"/><Relationship Id="rId14" Type="http://schemas.openxmlformats.org/officeDocument/2006/relationships/image" Target="../media/image9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4.png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13" Type="http://schemas.openxmlformats.org/officeDocument/2006/relationships/image" Target="../media/image106.png"/><Relationship Id="rId3" Type="http://schemas.openxmlformats.org/officeDocument/2006/relationships/image" Target="../media/image96.png"/><Relationship Id="rId7" Type="http://schemas.openxmlformats.org/officeDocument/2006/relationships/image" Target="../media/image100.png"/><Relationship Id="rId12" Type="http://schemas.openxmlformats.org/officeDocument/2006/relationships/image" Target="../media/image105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9.png"/><Relationship Id="rId11" Type="http://schemas.openxmlformats.org/officeDocument/2006/relationships/image" Target="../media/image104.png"/><Relationship Id="rId5" Type="http://schemas.openxmlformats.org/officeDocument/2006/relationships/image" Target="../media/image98.png"/><Relationship Id="rId10" Type="http://schemas.openxmlformats.org/officeDocument/2006/relationships/image" Target="../media/image103.png"/><Relationship Id="rId4" Type="http://schemas.openxmlformats.org/officeDocument/2006/relationships/image" Target="../media/image97.png"/><Relationship Id="rId9" Type="http://schemas.openxmlformats.org/officeDocument/2006/relationships/image" Target="../media/image10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png"/><Relationship Id="rId3" Type="http://schemas.openxmlformats.org/officeDocument/2006/relationships/image" Target="../media/image96.png"/><Relationship Id="rId7" Type="http://schemas.openxmlformats.org/officeDocument/2006/relationships/image" Target="../media/image108.png"/><Relationship Id="rId12" Type="http://schemas.openxmlformats.org/officeDocument/2006/relationships/image" Target="../media/image10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1.png"/><Relationship Id="rId11" Type="http://schemas.openxmlformats.org/officeDocument/2006/relationships/image" Target="../media/image112.png"/><Relationship Id="rId5" Type="http://schemas.openxmlformats.org/officeDocument/2006/relationships/image" Target="../media/image107.png"/><Relationship Id="rId10" Type="http://schemas.openxmlformats.org/officeDocument/2006/relationships/image" Target="../media/image111.png"/><Relationship Id="rId4" Type="http://schemas.openxmlformats.org/officeDocument/2006/relationships/image" Target="../media/image97.png"/><Relationship Id="rId9" Type="http://schemas.openxmlformats.org/officeDocument/2006/relationships/image" Target="../media/image1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0" y="0"/>
            <a:ext cx="18417458" cy="10330107"/>
            <a:chOff x="0" y="0"/>
            <a:chExt cx="18417458" cy="10330107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417458" cy="1033010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10158943" y="0"/>
            <a:ext cx="8126771" cy="10316446"/>
            <a:chOff x="10158943" y="0"/>
            <a:chExt cx="8126771" cy="10316446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158943" y="0"/>
              <a:ext cx="8126771" cy="10316446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1773830" y="5142857"/>
            <a:ext cx="4417767" cy="337323"/>
            <a:chOff x="1773830" y="5142857"/>
            <a:chExt cx="4417767" cy="337323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73830" y="5142857"/>
              <a:ext cx="4417767" cy="337323"/>
            </a:xfrm>
            <a:prstGeom prst="rect">
              <a:avLst/>
            </a:prstGeom>
          </p:spPr>
        </p:pic>
      </p:grpSp>
      <p:pic>
        <p:nvPicPr>
          <p:cNvPr id="8" name="Object 7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033509" y="4291608"/>
            <a:ext cx="3657143" cy="1304762"/>
          </a:xfrm>
          <a:prstGeom prst="rect">
            <a:avLst/>
          </a:prstGeom>
        </p:spPr>
      </p:pic>
      <p:grpSp>
        <p:nvGrpSpPr>
          <p:cNvPr id="1003" name="그룹 1003"/>
          <p:cNvGrpSpPr/>
          <p:nvPr/>
        </p:nvGrpSpPr>
        <p:grpSpPr>
          <a:xfrm>
            <a:off x="5914046" y="4052011"/>
            <a:ext cx="1297709" cy="1297923"/>
            <a:chOff x="5914046" y="4052011"/>
            <a:chExt cx="1297709" cy="1297923"/>
          </a:xfrm>
        </p:grpSpPr>
        <p:pic>
          <p:nvPicPr>
            <p:cNvPr id="10" name="Object 9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14046" y="4052011"/>
              <a:ext cx="1297709" cy="1297923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11168425" y="2196501"/>
            <a:ext cx="4221767" cy="6546219"/>
            <a:chOff x="11168425" y="2196501"/>
            <a:chExt cx="4221767" cy="6546219"/>
          </a:xfrm>
        </p:grpSpPr>
        <p:pic>
          <p:nvPicPr>
            <p:cNvPr id="13" name="Object 12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168425" y="2196501"/>
              <a:ext cx="1238095" cy="4019048"/>
            </a:xfrm>
            <a:prstGeom prst="rect">
              <a:avLst/>
            </a:prstGeom>
          </p:spPr>
        </p:pic>
        <p:pic>
          <p:nvPicPr>
            <p:cNvPr id="14" name="Object 13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523525" y="2628900"/>
              <a:ext cx="2866667" cy="5561905"/>
            </a:xfrm>
            <a:prstGeom prst="rect">
              <a:avLst/>
            </a:prstGeom>
          </p:spPr>
        </p:pic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168425" y="5923672"/>
              <a:ext cx="1238095" cy="281904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BE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54745" y="59671"/>
            <a:ext cx="6171429" cy="7314286"/>
          </a:xfrm>
          <a:prstGeom prst="rect">
            <a:avLst/>
          </a:prstGeom>
        </p:spPr>
      </p:pic>
      <p:pic>
        <p:nvPicPr>
          <p:cNvPr id="3" name="Object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808390" y="3157754"/>
            <a:ext cx="3514286" cy="1552381"/>
          </a:xfrm>
          <a:prstGeom prst="rect">
            <a:avLst/>
          </a:prstGeom>
        </p:spPr>
      </p:pic>
      <p:pic>
        <p:nvPicPr>
          <p:cNvPr id="4" name="Object 3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836962" y="4258678"/>
            <a:ext cx="3409524" cy="1552381"/>
          </a:xfrm>
          <a:prstGeom prst="rect">
            <a:avLst/>
          </a:prstGeom>
        </p:spPr>
      </p:pic>
      <p:grpSp>
        <p:nvGrpSpPr>
          <p:cNvPr id="1001" name="그룹 1001"/>
          <p:cNvGrpSpPr/>
          <p:nvPr/>
        </p:nvGrpSpPr>
        <p:grpSpPr>
          <a:xfrm>
            <a:off x="13823679" y="5095238"/>
            <a:ext cx="2768546" cy="4205519"/>
            <a:chOff x="13823679" y="5095238"/>
            <a:chExt cx="2768546" cy="4205519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823679" y="5095238"/>
              <a:ext cx="2768546" cy="420551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7B9F8EFF-BF18-3C46-9940-550294E5C07D}"/>
              </a:ext>
            </a:extLst>
          </p:cNvPr>
          <p:cNvGrpSpPr/>
          <p:nvPr/>
        </p:nvGrpSpPr>
        <p:grpSpPr>
          <a:xfrm>
            <a:off x="1447800" y="1314020"/>
            <a:ext cx="15544800" cy="8325280"/>
            <a:chOff x="629394" y="494228"/>
            <a:chExt cx="10979442" cy="5484783"/>
          </a:xfrm>
        </p:grpSpPr>
        <p:sp>
          <p:nvSpPr>
            <p:cNvPr id="49" name="직사각형 18">
              <a:extLst>
                <a:ext uri="{FF2B5EF4-FFF2-40B4-BE49-F238E27FC236}">
                  <a16:creationId xmlns:a16="http://schemas.microsoft.com/office/drawing/2014/main" id="{6ED755CC-CDDB-F54F-BA4C-552C6DDD33C0}"/>
                </a:ext>
              </a:extLst>
            </p:cNvPr>
            <p:cNvSpPr>
              <a:spLocks/>
            </p:cNvSpPr>
            <p:nvPr/>
          </p:nvSpPr>
          <p:spPr>
            <a:xfrm>
              <a:off x="629394" y="4893559"/>
              <a:ext cx="5234564" cy="1085452"/>
            </a:xfrm>
            <a:prstGeom prst="roundRect">
              <a:avLst>
                <a:gd name="adj" fmla="val 6600"/>
              </a:avLst>
            </a:prstGeom>
            <a:solidFill>
              <a:schemeClr val="bg1"/>
            </a:solidFill>
            <a:ln w="25400" cap="flat" cmpd="sng">
              <a:solidFill>
                <a:schemeClr val="tx1">
                  <a:lumMod val="75000"/>
                  <a:lumOff val="25000"/>
                  <a:alpha val="10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algn="ctr"/>
              <a:endParaRPr lang="en-US" altLang="ko-KR" sz="24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2400" dirty="0">
                  <a:solidFill>
                    <a:schemeClr val="tx1"/>
                  </a:solidFill>
                </a:rPr>
                <a:t>원격 수업의 문제점 </a:t>
              </a:r>
              <a:r>
                <a:rPr lang="en-US" altLang="ko-KR" sz="2400" dirty="0">
                  <a:solidFill>
                    <a:schemeClr val="tx1"/>
                  </a:solidFill>
                </a:rPr>
                <a:t>=</a:t>
              </a:r>
              <a:r>
                <a:rPr lang="ko-KR" altLang="en-US" sz="2400" dirty="0">
                  <a:solidFill>
                    <a:schemeClr val="tx1"/>
                  </a:solidFill>
                </a:rPr>
                <a:t> 피드백의 어려움</a:t>
              </a:r>
              <a:br>
                <a:rPr lang="ko-KR" altLang="en-US" sz="2400" dirty="0">
                  <a:solidFill>
                    <a:schemeClr val="tx1"/>
                  </a:solidFill>
                </a:rPr>
              </a:br>
              <a:endParaRPr lang="ko-KR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50" name="직사각형 18">
              <a:extLst>
                <a:ext uri="{FF2B5EF4-FFF2-40B4-BE49-F238E27FC236}">
                  <a16:creationId xmlns:a16="http://schemas.microsoft.com/office/drawing/2014/main" id="{49B49275-393B-7444-9C7B-FC6313ED9F87}"/>
                </a:ext>
              </a:extLst>
            </p:cNvPr>
            <p:cNvSpPr>
              <a:spLocks/>
            </p:cNvSpPr>
            <p:nvPr/>
          </p:nvSpPr>
          <p:spPr>
            <a:xfrm>
              <a:off x="7103480" y="494228"/>
              <a:ext cx="3784546" cy="1085452"/>
            </a:xfrm>
            <a:prstGeom prst="roundRect">
              <a:avLst>
                <a:gd name="adj" fmla="val 6600"/>
              </a:avLst>
            </a:prstGeom>
            <a:solidFill>
              <a:schemeClr val="bg1"/>
            </a:solidFill>
            <a:ln w="25400" cap="flat" cmpd="sng">
              <a:solidFill>
                <a:schemeClr val="tx1">
                  <a:lumMod val="75000"/>
                  <a:lumOff val="25000"/>
                  <a:alpha val="10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algn="ctr"/>
              <a:endParaRPr lang="en-US" altLang="ko-KR" sz="24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2400" b="1" dirty="0">
                  <a:solidFill>
                    <a:schemeClr val="tx1"/>
                  </a:solidFill>
                </a:rPr>
                <a:t>기존 인터넷 강의  비효율성</a:t>
              </a:r>
              <a:br>
                <a:rPr lang="ko-KR" altLang="en-US" sz="2400" dirty="0">
                  <a:solidFill>
                    <a:schemeClr val="tx1"/>
                  </a:solidFill>
                </a:rPr>
              </a:br>
              <a:endParaRPr lang="ko-KR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51" name="직사각형 48">
              <a:extLst>
                <a:ext uri="{FF2B5EF4-FFF2-40B4-BE49-F238E27FC236}">
                  <a16:creationId xmlns:a16="http://schemas.microsoft.com/office/drawing/2014/main" id="{562F31F4-2DC7-C141-8308-668FE96D314C}"/>
                </a:ext>
              </a:extLst>
            </p:cNvPr>
            <p:cNvSpPr>
              <a:spLocks/>
            </p:cNvSpPr>
            <p:nvPr/>
          </p:nvSpPr>
          <p:spPr>
            <a:xfrm>
              <a:off x="6502727" y="1906836"/>
              <a:ext cx="5106109" cy="1286080"/>
            </a:xfrm>
            <a:prstGeom prst="roundRect">
              <a:avLst>
                <a:gd name="adj" fmla="val 6600"/>
              </a:avLst>
            </a:prstGeom>
            <a:solidFill>
              <a:schemeClr val="bg1"/>
            </a:solidFill>
            <a:ln w="25400" cap="flat" cmpd="sng">
              <a:solidFill>
                <a:schemeClr val="tx1">
                  <a:lumMod val="75000"/>
                  <a:lumOff val="25000"/>
                  <a:alpha val="10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defTabSz="914400" eaLnBrk="0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ko-KR" altLang="en-US" sz="2400" strike="noStrike" cap="none" dirty="0">
                  <a:solidFill>
                    <a:schemeClr val="tx1"/>
                  </a:solidFill>
                  <a:latin typeface="DX영화자막 M" charset="0"/>
                  <a:ea typeface="DX영화자막 M" charset="0"/>
                </a:rPr>
                <a:t>필요 이상의 강의 시간과 가격 요구</a:t>
              </a:r>
            </a:p>
          </p:txBody>
        </p:sp>
        <p:grpSp>
          <p:nvGrpSpPr>
            <p:cNvPr id="52" name="그룹 51">
              <a:extLst>
                <a:ext uri="{FF2B5EF4-FFF2-40B4-BE49-F238E27FC236}">
                  <a16:creationId xmlns:a16="http://schemas.microsoft.com/office/drawing/2014/main" id="{101B05FD-53B9-DF4B-94E9-1F4B023B1F90}"/>
                </a:ext>
              </a:extLst>
            </p:cNvPr>
            <p:cNvGrpSpPr/>
            <p:nvPr/>
          </p:nvGrpSpPr>
          <p:grpSpPr>
            <a:xfrm>
              <a:off x="7491861" y="1201233"/>
              <a:ext cx="233803" cy="955576"/>
              <a:chOff x="7136130" y="2283460"/>
              <a:chExt cx="193675" cy="705485"/>
            </a:xfrm>
          </p:grpSpPr>
          <p:sp>
            <p:nvSpPr>
              <p:cNvPr id="53" name="타원 52">
                <a:extLst>
                  <a:ext uri="{FF2B5EF4-FFF2-40B4-BE49-F238E27FC236}">
                    <a16:creationId xmlns:a16="http://schemas.microsoft.com/office/drawing/2014/main" id="{B700063D-E1BA-234A-ABB3-9DFA8D492F0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136130" y="2821305"/>
                <a:ext cx="190500" cy="16764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 w="0">
                <a:noFill/>
                <a:prstDash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defTabSz="914400" eaLnBrk="0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endParaRPr lang="ko-KR" altLang="en-US" sz="2400" b="0" strike="noStrike" cap="none" dirty="0">
                  <a:solidFill>
                    <a:srgbClr val="FFFFFF"/>
                  </a:solidFill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54" name="타원 53">
                <a:extLst>
                  <a:ext uri="{FF2B5EF4-FFF2-40B4-BE49-F238E27FC236}">
                    <a16:creationId xmlns:a16="http://schemas.microsoft.com/office/drawing/2014/main" id="{A4EAC2B6-0C2D-C343-ADDA-755EF9B1725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139305" y="2283460"/>
                <a:ext cx="190500" cy="16764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 w="0">
                <a:noFill/>
                <a:prstDash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defTabSz="914400" eaLnBrk="0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endParaRPr lang="ko-KR" altLang="en-US" sz="2400" b="0" strike="noStrike" cap="none" dirty="0">
                  <a:solidFill>
                    <a:srgbClr val="FFFFFF"/>
                  </a:solidFill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55" name="양쪽 모서리가 둥근 사각형 30">
                <a:extLst>
                  <a:ext uri="{FF2B5EF4-FFF2-40B4-BE49-F238E27FC236}">
                    <a16:creationId xmlns:a16="http://schemas.microsoft.com/office/drawing/2014/main" id="{A49DF0F6-43F3-1E4B-A3DB-2BF8EA1163C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186295" y="2367280"/>
                <a:ext cx="89535" cy="555625"/>
              </a:xfrm>
              <a:prstGeom prst="round2SameRect">
                <a:avLst>
                  <a:gd name="adj1" fmla="val 50000"/>
                  <a:gd name="adj2" fmla="val 50000"/>
                </a:avLst>
              </a:prstGeom>
              <a:solidFill>
                <a:schemeClr val="bg1"/>
              </a:solidFill>
              <a:ln w="25400" cap="flat" cmpd="sng">
                <a:solidFill>
                  <a:schemeClr val="tx1">
                    <a:lumMod val="85000"/>
                    <a:lumOff val="15000"/>
                    <a:alpha val="10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defTabSz="914400" eaLnBrk="0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endParaRPr lang="ko-KR" altLang="en-US" sz="2400" b="0" strike="noStrike" cap="none" dirty="0">
                  <a:solidFill>
                    <a:srgbClr val="FFFFFF"/>
                  </a:solidFill>
                  <a:latin typeface="맑은 고딕" charset="0"/>
                  <a:ea typeface="맑은 고딕" charset="0"/>
                </a:endParaRPr>
              </a:p>
            </p:txBody>
          </p:sp>
        </p:grpSp>
        <p:grpSp>
          <p:nvGrpSpPr>
            <p:cNvPr id="56" name="그룹 55">
              <a:extLst>
                <a:ext uri="{FF2B5EF4-FFF2-40B4-BE49-F238E27FC236}">
                  <a16:creationId xmlns:a16="http://schemas.microsoft.com/office/drawing/2014/main" id="{5A7A60A6-9CB9-AB4E-86A0-5674A3EF2672}"/>
                </a:ext>
              </a:extLst>
            </p:cNvPr>
            <p:cNvGrpSpPr/>
            <p:nvPr/>
          </p:nvGrpSpPr>
          <p:grpSpPr>
            <a:xfrm>
              <a:off x="10387721" y="1183171"/>
              <a:ext cx="233803" cy="955576"/>
              <a:chOff x="9494520" y="2292350"/>
              <a:chExt cx="193675" cy="705485"/>
            </a:xfrm>
          </p:grpSpPr>
          <p:sp>
            <p:nvSpPr>
              <p:cNvPr id="57" name="타원 56">
                <a:extLst>
                  <a:ext uri="{FF2B5EF4-FFF2-40B4-BE49-F238E27FC236}">
                    <a16:creationId xmlns:a16="http://schemas.microsoft.com/office/drawing/2014/main" id="{728AA5F0-B3C8-7E48-87F7-351F19DBE6F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494520" y="2829560"/>
                <a:ext cx="190500" cy="16764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 w="0">
                <a:noFill/>
                <a:prstDash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defTabSz="914400" eaLnBrk="0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endParaRPr lang="ko-KR" altLang="en-US" sz="2400" b="0" strike="noStrike" cap="none" dirty="0">
                  <a:solidFill>
                    <a:srgbClr val="FFFFFF"/>
                  </a:solidFill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58" name="타원 57">
                <a:extLst>
                  <a:ext uri="{FF2B5EF4-FFF2-40B4-BE49-F238E27FC236}">
                    <a16:creationId xmlns:a16="http://schemas.microsoft.com/office/drawing/2014/main" id="{3D679E49-89F7-B142-AC2C-54455088EE5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497695" y="2292350"/>
                <a:ext cx="190500" cy="16764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 w="0">
                <a:noFill/>
                <a:prstDash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defTabSz="914400" eaLnBrk="0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endParaRPr lang="ko-KR" altLang="en-US" sz="2400" b="0" strike="noStrike" cap="none" dirty="0">
                  <a:solidFill>
                    <a:srgbClr val="FFFFFF"/>
                  </a:solidFill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59" name="양쪽 모서리가 둥근 사각형 40">
                <a:extLst>
                  <a:ext uri="{FF2B5EF4-FFF2-40B4-BE49-F238E27FC236}">
                    <a16:creationId xmlns:a16="http://schemas.microsoft.com/office/drawing/2014/main" id="{CE83BBA1-556D-3D41-8FCF-37D2FFA7361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544685" y="2376170"/>
                <a:ext cx="89535" cy="555625"/>
              </a:xfrm>
              <a:prstGeom prst="round2SameRect">
                <a:avLst>
                  <a:gd name="adj1" fmla="val 50000"/>
                  <a:gd name="adj2" fmla="val 50000"/>
                </a:avLst>
              </a:prstGeom>
              <a:solidFill>
                <a:schemeClr val="bg1"/>
              </a:solidFill>
              <a:ln w="25400" cap="flat" cmpd="sng">
                <a:solidFill>
                  <a:schemeClr val="tx1">
                    <a:lumMod val="85000"/>
                    <a:lumOff val="15000"/>
                    <a:alpha val="10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defTabSz="914400" eaLnBrk="0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endParaRPr lang="ko-KR" altLang="en-US" sz="2400" b="0" strike="noStrike" cap="none" dirty="0">
                  <a:solidFill>
                    <a:srgbClr val="FFFFFF"/>
                  </a:solidFill>
                  <a:latin typeface="맑은 고딕" charset="0"/>
                  <a:ea typeface="맑은 고딕" charset="0"/>
                </a:endParaRPr>
              </a:p>
            </p:txBody>
          </p:sp>
        </p:grpSp>
        <p:grpSp>
          <p:nvGrpSpPr>
            <p:cNvPr id="60" name="그룹 59">
              <a:extLst>
                <a:ext uri="{FF2B5EF4-FFF2-40B4-BE49-F238E27FC236}">
                  <a16:creationId xmlns:a16="http://schemas.microsoft.com/office/drawing/2014/main" id="{661F7DC1-30D9-5F42-AF5C-EF29F4D116D3}"/>
                </a:ext>
              </a:extLst>
            </p:cNvPr>
            <p:cNvGrpSpPr/>
            <p:nvPr/>
          </p:nvGrpSpPr>
          <p:grpSpPr>
            <a:xfrm>
              <a:off x="629394" y="494228"/>
              <a:ext cx="5234564" cy="3759707"/>
              <a:chOff x="555310" y="659894"/>
              <a:chExt cx="5234564" cy="3759707"/>
            </a:xfrm>
          </p:grpSpPr>
          <p:sp>
            <p:nvSpPr>
              <p:cNvPr id="61" name="직사각형 44">
                <a:extLst>
                  <a:ext uri="{FF2B5EF4-FFF2-40B4-BE49-F238E27FC236}">
                    <a16:creationId xmlns:a16="http://schemas.microsoft.com/office/drawing/2014/main" id="{8DF690B0-4822-F942-B657-62C6FCD9DEB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493127" y="2077345"/>
                <a:ext cx="2296747" cy="2342254"/>
              </a:xfrm>
              <a:prstGeom prst="roundRect">
                <a:avLst>
                  <a:gd name="adj" fmla="val 6600"/>
                </a:avLst>
              </a:prstGeom>
              <a:solidFill>
                <a:schemeClr val="bg1"/>
              </a:solidFill>
              <a:ln w="25400" cap="flat" cmpd="sng">
                <a:solidFill>
                  <a:schemeClr val="tx1">
                    <a:lumMod val="75000"/>
                    <a:lumOff val="25000"/>
                    <a:alpha val="10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just" defTabSz="914400" eaLnBrk="0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endParaRPr lang="ko-KR" altLang="en-US" sz="2400" b="1" strike="noStrike" cap="none" dirty="0">
                  <a:solidFill>
                    <a:srgbClr val="C00000"/>
                  </a:solidFill>
                  <a:latin typeface="DX영화자막 M" charset="0"/>
                  <a:ea typeface="DX영화자막 M" charset="0"/>
                </a:endParaRPr>
              </a:p>
            </p:txBody>
          </p:sp>
          <p:sp>
            <p:nvSpPr>
              <p:cNvPr id="62" name="직사각형 102">
                <a:extLst>
                  <a:ext uri="{FF2B5EF4-FFF2-40B4-BE49-F238E27FC236}">
                    <a16:creationId xmlns:a16="http://schemas.microsoft.com/office/drawing/2014/main" id="{BE2EEE54-DB0A-724F-8224-19EF2E0ABA7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229890" y="659894"/>
                <a:ext cx="3784546" cy="1085452"/>
              </a:xfrm>
              <a:prstGeom prst="roundRect">
                <a:avLst>
                  <a:gd name="adj" fmla="val 6600"/>
                </a:avLst>
              </a:prstGeom>
              <a:solidFill>
                <a:schemeClr val="bg1"/>
              </a:solidFill>
              <a:ln w="25400" cap="flat" cmpd="sng">
                <a:solidFill>
                  <a:schemeClr val="tx1">
                    <a:lumMod val="75000"/>
                    <a:lumOff val="25000"/>
                    <a:alpha val="10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algn="ctr"/>
                <a:endParaRPr lang="en-US" altLang="ko-KR" sz="24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2400" b="1" dirty="0">
                    <a:solidFill>
                      <a:schemeClr val="tx1"/>
                    </a:solidFill>
                  </a:rPr>
                  <a:t>코로나 사태로 인한 </a:t>
                </a:r>
                <a:endParaRPr lang="en-US" altLang="ko-KR" sz="2400" b="1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2400" b="1" dirty="0">
                    <a:solidFill>
                      <a:schemeClr val="tx1"/>
                    </a:solidFill>
                  </a:rPr>
                  <a:t>비대면 교육의 부작용</a:t>
                </a:r>
                <a:br>
                  <a:rPr lang="ko-KR" altLang="en-US" sz="2400" b="1" dirty="0">
                    <a:solidFill>
                      <a:schemeClr val="tx1"/>
                    </a:solidFill>
                  </a:rPr>
                </a:br>
                <a:endParaRPr lang="ko-KR" altLang="en-US" sz="24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3" name="직사각형 44">
                <a:extLst>
                  <a:ext uri="{FF2B5EF4-FFF2-40B4-BE49-F238E27FC236}">
                    <a16:creationId xmlns:a16="http://schemas.microsoft.com/office/drawing/2014/main" id="{D298B4DB-CD43-1B4D-8AFB-D29D90B1279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55310" y="2077347"/>
                <a:ext cx="2296747" cy="2342254"/>
              </a:xfrm>
              <a:prstGeom prst="roundRect">
                <a:avLst>
                  <a:gd name="adj" fmla="val 6600"/>
                </a:avLst>
              </a:prstGeom>
              <a:solidFill>
                <a:schemeClr val="bg1"/>
              </a:solidFill>
              <a:ln w="25400" cap="flat" cmpd="sng">
                <a:solidFill>
                  <a:schemeClr val="tx1">
                    <a:lumMod val="75000"/>
                    <a:lumOff val="25000"/>
                    <a:alpha val="10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just" defTabSz="914400" eaLnBrk="0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endParaRPr lang="ko-KR" altLang="en-US" sz="2400" b="1" strike="noStrike" cap="none" dirty="0">
                  <a:solidFill>
                    <a:srgbClr val="C00000"/>
                  </a:solidFill>
                  <a:latin typeface="DX영화자막 M" charset="0"/>
                  <a:ea typeface="DX영화자막 M" charset="0"/>
                </a:endParaRPr>
              </a:p>
            </p:txBody>
          </p:sp>
          <p:grpSp>
            <p:nvGrpSpPr>
              <p:cNvPr id="64" name="그룹 63">
                <a:extLst>
                  <a:ext uri="{FF2B5EF4-FFF2-40B4-BE49-F238E27FC236}">
                    <a16:creationId xmlns:a16="http://schemas.microsoft.com/office/drawing/2014/main" id="{668933CA-34BA-8D46-96BC-05B6C19C84FF}"/>
                  </a:ext>
                </a:extLst>
              </p:cNvPr>
              <p:cNvGrpSpPr/>
              <p:nvPr/>
            </p:nvGrpSpPr>
            <p:grpSpPr>
              <a:xfrm>
                <a:off x="1530384" y="1366899"/>
                <a:ext cx="233803" cy="955576"/>
                <a:chOff x="2125345" y="2253615"/>
                <a:chExt cx="193675" cy="705485"/>
              </a:xfrm>
            </p:grpSpPr>
            <p:sp>
              <p:nvSpPr>
                <p:cNvPr id="71" name="타원 70">
                  <a:extLst>
                    <a:ext uri="{FF2B5EF4-FFF2-40B4-BE49-F238E27FC236}">
                      <a16:creationId xmlns:a16="http://schemas.microsoft.com/office/drawing/2014/main" id="{90B38FFD-8CC0-AC41-9B7F-D7747F1FD6FD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2125345" y="2791460"/>
                  <a:ext cx="190500" cy="167640"/>
                </a:xfrm>
                <a:prstGeom prst="ellipse">
                  <a:avLst/>
                </a:prstGeom>
                <a:solidFill>
                  <a:schemeClr val="tx1">
                    <a:lumMod val="85000"/>
                    <a:lumOff val="15000"/>
                  </a:schemeClr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defTabSz="914400" eaLnBrk="0" fontAlgn="auto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FontTx/>
                    <a:buNone/>
                  </a:pPr>
                  <a:endParaRPr lang="ko-KR" altLang="en-US" sz="2400" b="0" strike="noStrike" cap="none" dirty="0">
                    <a:solidFill>
                      <a:srgbClr val="FFFFFF"/>
                    </a:solidFill>
                    <a:latin typeface="맑은 고딕" charset="0"/>
                    <a:ea typeface="맑은 고딕" charset="0"/>
                  </a:endParaRPr>
                </a:p>
              </p:txBody>
            </p:sp>
            <p:sp>
              <p:nvSpPr>
                <p:cNvPr id="72" name="타원 71">
                  <a:extLst>
                    <a:ext uri="{FF2B5EF4-FFF2-40B4-BE49-F238E27FC236}">
                      <a16:creationId xmlns:a16="http://schemas.microsoft.com/office/drawing/2014/main" id="{C2EB1B2A-A6B2-FB4E-8461-5C17F2E2CD3B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2128520" y="2253615"/>
                  <a:ext cx="190500" cy="167640"/>
                </a:xfrm>
                <a:prstGeom prst="ellipse">
                  <a:avLst/>
                </a:prstGeom>
                <a:solidFill>
                  <a:schemeClr val="tx1">
                    <a:lumMod val="85000"/>
                    <a:lumOff val="15000"/>
                  </a:schemeClr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defTabSz="914400" eaLnBrk="0" fontAlgn="auto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FontTx/>
                    <a:buNone/>
                  </a:pPr>
                  <a:endParaRPr lang="ko-KR" altLang="en-US" sz="2400" b="0" strike="noStrike" cap="none" dirty="0">
                    <a:solidFill>
                      <a:srgbClr val="FFFFFF"/>
                    </a:solidFill>
                    <a:latin typeface="맑은 고딕" charset="0"/>
                    <a:ea typeface="맑은 고딕" charset="0"/>
                  </a:endParaRPr>
                </a:p>
              </p:txBody>
            </p:sp>
            <p:sp>
              <p:nvSpPr>
                <p:cNvPr id="73" name="양쪽 모서리가 둥근 사각형 21">
                  <a:extLst>
                    <a:ext uri="{FF2B5EF4-FFF2-40B4-BE49-F238E27FC236}">
                      <a16:creationId xmlns:a16="http://schemas.microsoft.com/office/drawing/2014/main" id="{316D94C1-950F-D342-A91A-DB454149145D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2176145" y="2337435"/>
                  <a:ext cx="89535" cy="555625"/>
                </a:xfrm>
                <a:prstGeom prst="round2SameRect">
                  <a:avLst>
                    <a:gd name="adj1" fmla="val 50000"/>
                    <a:gd name="adj2" fmla="val 50000"/>
                  </a:avLst>
                </a:prstGeom>
                <a:solidFill>
                  <a:schemeClr val="bg1"/>
                </a:solidFill>
                <a:ln w="25400" cap="flat" cmpd="sng">
                  <a:solidFill>
                    <a:schemeClr val="tx1">
                      <a:lumMod val="85000"/>
                      <a:lumOff val="15000"/>
                      <a:alpha val="10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defTabSz="914400" eaLnBrk="0" fontAlgn="auto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FontTx/>
                    <a:buNone/>
                  </a:pPr>
                  <a:endParaRPr lang="ko-KR" altLang="en-US" sz="2400" b="0" strike="noStrike" cap="none" dirty="0">
                    <a:solidFill>
                      <a:srgbClr val="FFFFFF"/>
                    </a:solidFill>
                    <a:latin typeface="맑은 고딕" charset="0"/>
                    <a:ea typeface="맑은 고딕" charset="0"/>
                  </a:endParaRPr>
                </a:p>
              </p:txBody>
            </p:sp>
          </p:grpSp>
          <p:grpSp>
            <p:nvGrpSpPr>
              <p:cNvPr id="65" name="그룹 64">
                <a:extLst>
                  <a:ext uri="{FF2B5EF4-FFF2-40B4-BE49-F238E27FC236}">
                    <a16:creationId xmlns:a16="http://schemas.microsoft.com/office/drawing/2014/main" id="{D89D4DED-CC9F-E64E-968C-04A4D32E196D}"/>
                  </a:ext>
                </a:extLst>
              </p:cNvPr>
              <p:cNvGrpSpPr/>
              <p:nvPr/>
            </p:nvGrpSpPr>
            <p:grpSpPr>
              <a:xfrm>
                <a:off x="4526899" y="1349697"/>
                <a:ext cx="233803" cy="955576"/>
                <a:chOff x="4607560" y="2240915"/>
                <a:chExt cx="193675" cy="705485"/>
              </a:xfrm>
            </p:grpSpPr>
            <p:sp>
              <p:nvSpPr>
                <p:cNvPr id="68" name="타원 67">
                  <a:extLst>
                    <a:ext uri="{FF2B5EF4-FFF2-40B4-BE49-F238E27FC236}">
                      <a16:creationId xmlns:a16="http://schemas.microsoft.com/office/drawing/2014/main" id="{8AAE58BA-36E8-A648-8891-4BE27630515C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607560" y="2778125"/>
                  <a:ext cx="190500" cy="167640"/>
                </a:xfrm>
                <a:prstGeom prst="ellipse">
                  <a:avLst/>
                </a:prstGeom>
                <a:solidFill>
                  <a:schemeClr val="tx1">
                    <a:lumMod val="85000"/>
                    <a:lumOff val="15000"/>
                  </a:schemeClr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defTabSz="914400" eaLnBrk="0" fontAlgn="auto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FontTx/>
                    <a:buNone/>
                  </a:pPr>
                  <a:endParaRPr lang="ko-KR" altLang="en-US" sz="2400" b="0" strike="noStrike" cap="none" dirty="0">
                    <a:solidFill>
                      <a:srgbClr val="FFFFFF"/>
                    </a:solidFill>
                    <a:latin typeface="맑은 고딕" charset="0"/>
                    <a:ea typeface="맑은 고딕" charset="0"/>
                  </a:endParaRPr>
                </a:p>
              </p:txBody>
            </p:sp>
            <p:sp>
              <p:nvSpPr>
                <p:cNvPr id="69" name="타원 68">
                  <a:extLst>
                    <a:ext uri="{FF2B5EF4-FFF2-40B4-BE49-F238E27FC236}">
                      <a16:creationId xmlns:a16="http://schemas.microsoft.com/office/drawing/2014/main" id="{E190EE6B-10AE-AE46-BE58-5D3B9D70CE04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610100" y="2240915"/>
                  <a:ext cx="190500" cy="167640"/>
                </a:xfrm>
                <a:prstGeom prst="ellipse">
                  <a:avLst/>
                </a:prstGeom>
                <a:solidFill>
                  <a:schemeClr val="tx1">
                    <a:lumMod val="85000"/>
                    <a:lumOff val="15000"/>
                  </a:schemeClr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defTabSz="914400" eaLnBrk="0" fontAlgn="auto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FontTx/>
                    <a:buNone/>
                  </a:pPr>
                  <a:endParaRPr lang="ko-KR" altLang="en-US" sz="2400" b="0" strike="noStrike" cap="none" dirty="0">
                    <a:solidFill>
                      <a:srgbClr val="FFFFFF"/>
                    </a:solidFill>
                    <a:latin typeface="맑은 고딕" charset="0"/>
                    <a:ea typeface="맑은 고딕" charset="0"/>
                  </a:endParaRPr>
                </a:p>
              </p:txBody>
            </p:sp>
            <p:sp>
              <p:nvSpPr>
                <p:cNvPr id="70" name="양쪽 모서리가 둥근 사각형 25">
                  <a:extLst>
                    <a:ext uri="{FF2B5EF4-FFF2-40B4-BE49-F238E27FC236}">
                      <a16:creationId xmlns:a16="http://schemas.microsoft.com/office/drawing/2014/main" id="{304FBE5F-6F75-414A-895C-0A36EC66ED9A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657725" y="2324735"/>
                  <a:ext cx="89535" cy="555625"/>
                </a:xfrm>
                <a:prstGeom prst="round2SameRect">
                  <a:avLst>
                    <a:gd name="adj1" fmla="val 50000"/>
                    <a:gd name="adj2" fmla="val 50000"/>
                  </a:avLst>
                </a:prstGeom>
                <a:solidFill>
                  <a:schemeClr val="bg1"/>
                </a:solidFill>
                <a:ln w="25400" cap="flat" cmpd="sng">
                  <a:solidFill>
                    <a:schemeClr val="tx1">
                      <a:lumMod val="85000"/>
                      <a:lumOff val="15000"/>
                      <a:alpha val="10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defTabSz="914400" eaLnBrk="0" fontAlgn="auto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FontTx/>
                    <a:buNone/>
                  </a:pPr>
                  <a:endParaRPr lang="ko-KR" altLang="en-US" sz="2400" b="0" strike="noStrike" cap="none" dirty="0">
                    <a:solidFill>
                      <a:srgbClr val="FFFFFF"/>
                    </a:solidFill>
                    <a:latin typeface="맑은 고딕" charset="0"/>
                    <a:ea typeface="맑은 고딕" charset="0"/>
                  </a:endParaRPr>
                </a:p>
              </p:txBody>
            </p:sp>
          </p:grpSp>
          <p:pic>
            <p:nvPicPr>
              <p:cNvPr id="66" name="그림 65">
                <a:extLst>
                  <a:ext uri="{FF2B5EF4-FFF2-40B4-BE49-F238E27FC236}">
                    <a16:creationId xmlns:a16="http://schemas.microsoft.com/office/drawing/2014/main" id="{D7E6510D-10CC-3D4E-B86C-3AD6A155983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80848" y="2374083"/>
                <a:ext cx="2007923" cy="1936660"/>
              </a:xfrm>
              <a:prstGeom prst="roundRect">
                <a:avLst/>
              </a:prstGeom>
            </p:spPr>
          </p:pic>
          <p:pic>
            <p:nvPicPr>
              <p:cNvPr id="67" name="그림 66" descr="테이블이(가) 표시된 사진&#10;&#10;자동 생성된 설명">
                <a:extLst>
                  <a:ext uri="{FF2B5EF4-FFF2-40B4-BE49-F238E27FC236}">
                    <a16:creationId xmlns:a16="http://schemas.microsoft.com/office/drawing/2014/main" id="{7DABA97C-9AB2-C441-9E07-24264290CF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566673" y="2374082"/>
                <a:ext cx="2149653" cy="1936661"/>
              </a:xfrm>
              <a:prstGeom prst="roundRect">
                <a:avLst/>
              </a:prstGeom>
            </p:spPr>
          </p:pic>
        </p:grpSp>
        <p:grpSp>
          <p:nvGrpSpPr>
            <p:cNvPr id="74" name="그룹 73">
              <a:extLst>
                <a:ext uri="{FF2B5EF4-FFF2-40B4-BE49-F238E27FC236}">
                  <a16:creationId xmlns:a16="http://schemas.microsoft.com/office/drawing/2014/main" id="{0A47E4B2-FB7E-8D41-8AD9-761CE9E001A7}"/>
                </a:ext>
              </a:extLst>
            </p:cNvPr>
            <p:cNvGrpSpPr/>
            <p:nvPr/>
          </p:nvGrpSpPr>
          <p:grpSpPr>
            <a:xfrm>
              <a:off x="1613221" y="4145077"/>
              <a:ext cx="233803" cy="955576"/>
              <a:chOff x="7136130" y="2283460"/>
              <a:chExt cx="193675" cy="705485"/>
            </a:xfrm>
          </p:grpSpPr>
          <p:sp>
            <p:nvSpPr>
              <p:cNvPr id="75" name="타원 74">
                <a:extLst>
                  <a:ext uri="{FF2B5EF4-FFF2-40B4-BE49-F238E27FC236}">
                    <a16:creationId xmlns:a16="http://schemas.microsoft.com/office/drawing/2014/main" id="{95A40BDD-04C7-7446-AA9A-BA81C017E22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136130" y="2821305"/>
                <a:ext cx="190500" cy="16764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 w="0">
                <a:noFill/>
                <a:prstDash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defTabSz="914400" eaLnBrk="0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endParaRPr lang="ko-KR" altLang="en-US" sz="2400" b="0" strike="noStrike" cap="none" dirty="0">
                  <a:solidFill>
                    <a:srgbClr val="FFFFFF"/>
                  </a:solidFill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76" name="타원 75">
                <a:extLst>
                  <a:ext uri="{FF2B5EF4-FFF2-40B4-BE49-F238E27FC236}">
                    <a16:creationId xmlns:a16="http://schemas.microsoft.com/office/drawing/2014/main" id="{E0B90D11-BF5D-0A42-8DFF-9BB695A5832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139305" y="2283460"/>
                <a:ext cx="190500" cy="16764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 w="0">
                <a:noFill/>
                <a:prstDash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defTabSz="914400" eaLnBrk="0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endParaRPr lang="ko-KR" altLang="en-US" sz="2400" b="0" strike="noStrike" cap="none" dirty="0">
                  <a:solidFill>
                    <a:srgbClr val="FFFFFF"/>
                  </a:solidFill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77" name="양쪽 모서리가 둥근 사각형 30">
                <a:extLst>
                  <a:ext uri="{FF2B5EF4-FFF2-40B4-BE49-F238E27FC236}">
                    <a16:creationId xmlns:a16="http://schemas.microsoft.com/office/drawing/2014/main" id="{A0724201-1D87-414D-A3B0-9EC98424610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186295" y="2367280"/>
                <a:ext cx="89535" cy="555625"/>
              </a:xfrm>
              <a:prstGeom prst="round2SameRect">
                <a:avLst>
                  <a:gd name="adj1" fmla="val 50000"/>
                  <a:gd name="adj2" fmla="val 50000"/>
                </a:avLst>
              </a:prstGeom>
              <a:solidFill>
                <a:schemeClr val="bg1"/>
              </a:solidFill>
              <a:ln w="25400" cap="flat" cmpd="sng">
                <a:solidFill>
                  <a:schemeClr val="tx1">
                    <a:lumMod val="85000"/>
                    <a:lumOff val="15000"/>
                    <a:alpha val="10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defTabSz="914400" eaLnBrk="0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endParaRPr lang="ko-KR" altLang="en-US" sz="2400" b="0" strike="noStrike" cap="none" dirty="0">
                  <a:solidFill>
                    <a:srgbClr val="FFFFFF"/>
                  </a:solidFill>
                  <a:latin typeface="맑은 고딕" charset="0"/>
                  <a:ea typeface="맑은 고딕" charset="0"/>
                </a:endParaRPr>
              </a:p>
            </p:txBody>
          </p:sp>
        </p:grpSp>
        <p:grpSp>
          <p:nvGrpSpPr>
            <p:cNvPr id="78" name="그룹 77">
              <a:extLst>
                <a:ext uri="{FF2B5EF4-FFF2-40B4-BE49-F238E27FC236}">
                  <a16:creationId xmlns:a16="http://schemas.microsoft.com/office/drawing/2014/main" id="{C219838F-6735-6046-8457-8686792109AF}"/>
                </a:ext>
              </a:extLst>
            </p:cNvPr>
            <p:cNvGrpSpPr/>
            <p:nvPr/>
          </p:nvGrpSpPr>
          <p:grpSpPr>
            <a:xfrm>
              <a:off x="4598681" y="4145077"/>
              <a:ext cx="233803" cy="955576"/>
              <a:chOff x="9494520" y="2292350"/>
              <a:chExt cx="193675" cy="705485"/>
            </a:xfrm>
          </p:grpSpPr>
          <p:sp>
            <p:nvSpPr>
              <p:cNvPr id="79" name="타원 78">
                <a:extLst>
                  <a:ext uri="{FF2B5EF4-FFF2-40B4-BE49-F238E27FC236}">
                    <a16:creationId xmlns:a16="http://schemas.microsoft.com/office/drawing/2014/main" id="{C9DCB1F2-3861-294F-AB80-541DD0B7139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494520" y="2829560"/>
                <a:ext cx="190500" cy="16764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 w="0">
                <a:noFill/>
                <a:prstDash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defTabSz="914400" eaLnBrk="0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endParaRPr lang="ko-KR" altLang="en-US" sz="2400" b="0" strike="noStrike" cap="none" dirty="0">
                  <a:solidFill>
                    <a:srgbClr val="FFFFFF"/>
                  </a:solidFill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80" name="타원 79">
                <a:extLst>
                  <a:ext uri="{FF2B5EF4-FFF2-40B4-BE49-F238E27FC236}">
                    <a16:creationId xmlns:a16="http://schemas.microsoft.com/office/drawing/2014/main" id="{C115F061-5E5E-964F-AAF1-239E5AA8EBD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497695" y="2292350"/>
                <a:ext cx="190500" cy="16764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 w="0">
                <a:noFill/>
                <a:prstDash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defTabSz="914400" eaLnBrk="0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endParaRPr lang="ko-KR" altLang="en-US" sz="2400" b="0" strike="noStrike" cap="none" dirty="0">
                  <a:solidFill>
                    <a:srgbClr val="FFFFFF"/>
                  </a:solidFill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81" name="양쪽 모서리가 둥근 사각형 40">
                <a:extLst>
                  <a:ext uri="{FF2B5EF4-FFF2-40B4-BE49-F238E27FC236}">
                    <a16:creationId xmlns:a16="http://schemas.microsoft.com/office/drawing/2014/main" id="{50E81DBB-FC9E-5747-BF51-E2DE0952459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544685" y="2376170"/>
                <a:ext cx="89535" cy="555625"/>
              </a:xfrm>
              <a:prstGeom prst="round2SameRect">
                <a:avLst>
                  <a:gd name="adj1" fmla="val 50000"/>
                  <a:gd name="adj2" fmla="val 50000"/>
                </a:avLst>
              </a:prstGeom>
              <a:solidFill>
                <a:schemeClr val="bg1"/>
              </a:solidFill>
              <a:ln w="25400" cap="flat" cmpd="sng">
                <a:solidFill>
                  <a:schemeClr val="tx1">
                    <a:lumMod val="85000"/>
                    <a:lumOff val="15000"/>
                    <a:alpha val="10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defTabSz="914400" eaLnBrk="0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endParaRPr lang="ko-KR" altLang="en-US" sz="2400" b="0" strike="noStrike" cap="none" dirty="0">
                  <a:solidFill>
                    <a:srgbClr val="FFFFFF"/>
                  </a:solidFill>
                  <a:latin typeface="맑은 고딕" charset="0"/>
                  <a:ea typeface="맑은 고딕" charset="0"/>
                </a:endParaRPr>
              </a:p>
            </p:txBody>
          </p:sp>
        </p:grpSp>
        <p:sp>
          <p:nvSpPr>
            <p:cNvPr id="82" name="직사각형 48">
              <a:extLst>
                <a:ext uri="{FF2B5EF4-FFF2-40B4-BE49-F238E27FC236}">
                  <a16:creationId xmlns:a16="http://schemas.microsoft.com/office/drawing/2014/main" id="{B4F4EB8D-4342-4645-AD7D-EAFDA56D51E7}"/>
                </a:ext>
              </a:extLst>
            </p:cNvPr>
            <p:cNvSpPr>
              <a:spLocks/>
            </p:cNvSpPr>
            <p:nvPr/>
          </p:nvSpPr>
          <p:spPr>
            <a:xfrm>
              <a:off x="6502727" y="3880925"/>
              <a:ext cx="5106109" cy="1286080"/>
            </a:xfrm>
            <a:prstGeom prst="roundRect">
              <a:avLst>
                <a:gd name="adj" fmla="val 6600"/>
              </a:avLst>
            </a:prstGeom>
            <a:solidFill>
              <a:schemeClr val="bg1"/>
            </a:solidFill>
            <a:ln w="25400" cap="flat" cmpd="sng">
              <a:solidFill>
                <a:schemeClr val="tx1">
                  <a:lumMod val="75000"/>
                  <a:lumOff val="25000"/>
                  <a:alpha val="10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defTabSz="914400" eaLnBrk="0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ko-KR" altLang="en-US" sz="2400" strike="noStrike" cap="none" dirty="0">
                  <a:solidFill>
                    <a:schemeClr val="tx1"/>
                  </a:solidFill>
                  <a:latin typeface="DX영화자막 M" charset="0"/>
                  <a:ea typeface="DX영화자막 M" charset="0"/>
                </a:rPr>
                <a:t>불필요한 강의 추가 구매</a:t>
              </a:r>
            </a:p>
          </p:txBody>
        </p:sp>
        <p:grpSp>
          <p:nvGrpSpPr>
            <p:cNvPr id="83" name="그룹 82">
              <a:extLst>
                <a:ext uri="{FF2B5EF4-FFF2-40B4-BE49-F238E27FC236}">
                  <a16:creationId xmlns:a16="http://schemas.microsoft.com/office/drawing/2014/main" id="{ED25018A-FAF5-5D45-BF1D-0716158F246F}"/>
                </a:ext>
              </a:extLst>
            </p:cNvPr>
            <p:cNvGrpSpPr/>
            <p:nvPr/>
          </p:nvGrpSpPr>
          <p:grpSpPr>
            <a:xfrm>
              <a:off x="7520731" y="3082806"/>
              <a:ext cx="233803" cy="955576"/>
              <a:chOff x="7136130" y="2283460"/>
              <a:chExt cx="193675" cy="705485"/>
            </a:xfrm>
          </p:grpSpPr>
          <p:sp>
            <p:nvSpPr>
              <p:cNvPr id="84" name="타원 83">
                <a:extLst>
                  <a:ext uri="{FF2B5EF4-FFF2-40B4-BE49-F238E27FC236}">
                    <a16:creationId xmlns:a16="http://schemas.microsoft.com/office/drawing/2014/main" id="{F57A0789-750C-AD4D-9C7D-E031139070A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136130" y="2821305"/>
                <a:ext cx="190500" cy="16764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 w="0">
                <a:noFill/>
                <a:prstDash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defTabSz="914400" eaLnBrk="0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endParaRPr lang="ko-KR" altLang="en-US" sz="2400" b="0" strike="noStrike" cap="none" dirty="0">
                  <a:solidFill>
                    <a:srgbClr val="FFFFFF"/>
                  </a:solidFill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85" name="타원 84">
                <a:extLst>
                  <a:ext uri="{FF2B5EF4-FFF2-40B4-BE49-F238E27FC236}">
                    <a16:creationId xmlns:a16="http://schemas.microsoft.com/office/drawing/2014/main" id="{A1F21470-214E-3641-B704-44B5ADC46D3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139305" y="2283460"/>
                <a:ext cx="190500" cy="16764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 w="0">
                <a:noFill/>
                <a:prstDash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defTabSz="914400" eaLnBrk="0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endParaRPr lang="ko-KR" altLang="en-US" sz="2400" b="0" strike="noStrike" cap="none" dirty="0">
                  <a:solidFill>
                    <a:srgbClr val="FFFFFF"/>
                  </a:solidFill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86" name="양쪽 모서리가 둥근 사각형 30">
                <a:extLst>
                  <a:ext uri="{FF2B5EF4-FFF2-40B4-BE49-F238E27FC236}">
                    <a16:creationId xmlns:a16="http://schemas.microsoft.com/office/drawing/2014/main" id="{E77297AB-19C5-254C-9253-A856405457A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186295" y="2367280"/>
                <a:ext cx="89535" cy="555625"/>
              </a:xfrm>
              <a:prstGeom prst="round2SameRect">
                <a:avLst>
                  <a:gd name="adj1" fmla="val 50000"/>
                  <a:gd name="adj2" fmla="val 50000"/>
                </a:avLst>
              </a:prstGeom>
              <a:solidFill>
                <a:schemeClr val="bg1"/>
              </a:solidFill>
              <a:ln w="25400" cap="flat" cmpd="sng">
                <a:solidFill>
                  <a:schemeClr val="tx1">
                    <a:lumMod val="85000"/>
                    <a:lumOff val="15000"/>
                    <a:alpha val="10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defTabSz="914400" eaLnBrk="0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endParaRPr lang="ko-KR" altLang="en-US" sz="2400" b="0" strike="noStrike" cap="none" dirty="0">
                  <a:solidFill>
                    <a:srgbClr val="FFFFFF"/>
                  </a:solidFill>
                  <a:latin typeface="맑은 고딕" charset="0"/>
                  <a:ea typeface="맑은 고딕" charset="0"/>
                </a:endParaRPr>
              </a:p>
            </p:txBody>
          </p:sp>
        </p:grpSp>
        <p:grpSp>
          <p:nvGrpSpPr>
            <p:cNvPr id="87" name="그룹 86">
              <a:extLst>
                <a:ext uri="{FF2B5EF4-FFF2-40B4-BE49-F238E27FC236}">
                  <a16:creationId xmlns:a16="http://schemas.microsoft.com/office/drawing/2014/main" id="{2FC75AD0-1A08-1148-8C7F-4DA8A1A8DD67}"/>
                </a:ext>
              </a:extLst>
            </p:cNvPr>
            <p:cNvGrpSpPr/>
            <p:nvPr/>
          </p:nvGrpSpPr>
          <p:grpSpPr>
            <a:xfrm>
              <a:off x="10381783" y="3082806"/>
              <a:ext cx="233803" cy="955576"/>
              <a:chOff x="9494520" y="2292350"/>
              <a:chExt cx="193675" cy="705485"/>
            </a:xfrm>
          </p:grpSpPr>
          <p:sp>
            <p:nvSpPr>
              <p:cNvPr id="88" name="타원 87">
                <a:extLst>
                  <a:ext uri="{FF2B5EF4-FFF2-40B4-BE49-F238E27FC236}">
                    <a16:creationId xmlns:a16="http://schemas.microsoft.com/office/drawing/2014/main" id="{AA5A2E43-F59B-8642-93C6-384DCA5C871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494520" y="2829560"/>
                <a:ext cx="190500" cy="16764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 w="0">
                <a:noFill/>
                <a:prstDash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defTabSz="914400" eaLnBrk="0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endParaRPr lang="ko-KR" altLang="en-US" sz="2400" b="0" strike="noStrike" cap="none" dirty="0">
                  <a:solidFill>
                    <a:srgbClr val="FFFFFF"/>
                  </a:solidFill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89" name="타원 88">
                <a:extLst>
                  <a:ext uri="{FF2B5EF4-FFF2-40B4-BE49-F238E27FC236}">
                    <a16:creationId xmlns:a16="http://schemas.microsoft.com/office/drawing/2014/main" id="{7930C24F-784F-CF40-83B6-0234070B53A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497695" y="2292350"/>
                <a:ext cx="190500" cy="16764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 w="0">
                <a:noFill/>
                <a:prstDash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defTabSz="914400" eaLnBrk="0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endParaRPr lang="ko-KR" altLang="en-US" sz="2400" b="0" strike="noStrike" cap="none" dirty="0">
                  <a:solidFill>
                    <a:srgbClr val="FFFFFF"/>
                  </a:solidFill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90" name="양쪽 모서리가 둥근 사각형 40">
                <a:extLst>
                  <a:ext uri="{FF2B5EF4-FFF2-40B4-BE49-F238E27FC236}">
                    <a16:creationId xmlns:a16="http://schemas.microsoft.com/office/drawing/2014/main" id="{29DDC948-58EE-A34F-B006-91C85122726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544685" y="2376170"/>
                <a:ext cx="89535" cy="555625"/>
              </a:xfrm>
              <a:prstGeom prst="round2SameRect">
                <a:avLst>
                  <a:gd name="adj1" fmla="val 50000"/>
                  <a:gd name="adj2" fmla="val 50000"/>
                </a:avLst>
              </a:prstGeom>
              <a:solidFill>
                <a:schemeClr val="bg1"/>
              </a:solidFill>
              <a:ln w="25400" cap="flat" cmpd="sng">
                <a:solidFill>
                  <a:schemeClr val="tx1">
                    <a:lumMod val="85000"/>
                    <a:lumOff val="15000"/>
                    <a:alpha val="10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defTabSz="914400" eaLnBrk="0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endParaRPr lang="ko-KR" altLang="en-US" sz="2400" b="0" strike="noStrike" cap="none" dirty="0">
                  <a:solidFill>
                    <a:srgbClr val="FFFFFF"/>
                  </a:solidFill>
                  <a:latin typeface="맑은 고딕" charset="0"/>
                  <a:ea typeface="맑은 고딕" charset="0"/>
                </a:endParaRPr>
              </a:p>
            </p:txBody>
          </p:sp>
        </p:grpSp>
      </p:grpSp>
      <p:pic>
        <p:nvPicPr>
          <p:cNvPr id="960" name="그림 959" descr="텍스트이(가) 표시된 사진&#10;&#10;자동 생성된 설명">
            <a:extLst>
              <a:ext uri="{FF2B5EF4-FFF2-40B4-BE49-F238E27FC236}">
                <a16:creationId xmlns:a16="http://schemas.microsoft.com/office/drawing/2014/main" id="{ED8B2990-FC20-494E-8679-40BF1ED73FD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84" b="12713"/>
          <a:stretch/>
        </p:blipFill>
        <p:spPr>
          <a:xfrm>
            <a:off x="15773400" y="419100"/>
            <a:ext cx="1958470" cy="86094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BE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54746" y="59671"/>
            <a:ext cx="6590476" cy="7314286"/>
          </a:xfrm>
          <a:prstGeom prst="rect">
            <a:avLst/>
          </a:prstGeom>
        </p:spPr>
      </p:pic>
      <p:pic>
        <p:nvPicPr>
          <p:cNvPr id="3" name="Object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747894" y="3086678"/>
            <a:ext cx="4561905" cy="2419048"/>
          </a:xfrm>
          <a:prstGeom prst="rect">
            <a:avLst/>
          </a:prstGeom>
        </p:spPr>
      </p:pic>
      <p:pic>
        <p:nvPicPr>
          <p:cNvPr id="4" name="Object 3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747894" y="2051551"/>
            <a:ext cx="3038095" cy="1361905"/>
          </a:xfrm>
          <a:prstGeom prst="rect">
            <a:avLst/>
          </a:prstGeom>
        </p:spPr>
      </p:pic>
      <p:grpSp>
        <p:nvGrpSpPr>
          <p:cNvPr id="1001" name="그룹 1001"/>
          <p:cNvGrpSpPr/>
          <p:nvPr/>
        </p:nvGrpSpPr>
        <p:grpSpPr>
          <a:xfrm>
            <a:off x="13823679" y="5095238"/>
            <a:ext cx="2768546" cy="4205519"/>
            <a:chOff x="13823679" y="5095238"/>
            <a:chExt cx="2768546" cy="4205519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823679" y="5095238"/>
              <a:ext cx="2768546" cy="420551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-29116" y="0"/>
            <a:ext cx="18287619" cy="9013434"/>
            <a:chOff x="-29116" y="0"/>
            <a:chExt cx="18287619" cy="9013434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29116" y="0"/>
              <a:ext cx="18287619" cy="9013434"/>
            </a:xfrm>
            <a:prstGeom prst="rect">
              <a:avLst/>
            </a:prstGeom>
          </p:spPr>
        </p:pic>
      </p:grpSp>
      <p:pic>
        <p:nvPicPr>
          <p:cNvPr id="5" name="Object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6717622" y="213801"/>
            <a:ext cx="1266667" cy="1400000"/>
          </a:xfrm>
          <a:prstGeom prst="rect">
            <a:avLst/>
          </a:prstGeom>
        </p:spPr>
      </p:pic>
      <p:pic>
        <p:nvPicPr>
          <p:cNvPr id="6" name="Object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3712383" y="430262"/>
            <a:ext cx="3190476" cy="790476"/>
          </a:xfrm>
          <a:prstGeom prst="rect">
            <a:avLst/>
          </a:prstGeom>
        </p:spPr>
      </p:pic>
      <p:grpSp>
        <p:nvGrpSpPr>
          <p:cNvPr id="1002" name="그룹 1002"/>
          <p:cNvGrpSpPr/>
          <p:nvPr/>
        </p:nvGrpSpPr>
        <p:grpSpPr>
          <a:xfrm>
            <a:off x="14836181" y="1161905"/>
            <a:ext cx="1865749" cy="54262"/>
            <a:chOff x="14836181" y="1161905"/>
            <a:chExt cx="1865749" cy="54262"/>
          </a:xfrm>
        </p:grpSpPr>
        <p:pic>
          <p:nvPicPr>
            <p:cNvPr id="8" name="Object 7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836181" y="1161905"/>
              <a:ext cx="1865749" cy="54262"/>
            </a:xfrm>
            <a:prstGeom prst="rect">
              <a:avLst/>
            </a:prstGeom>
          </p:spPr>
        </p:pic>
      </p:grpSp>
      <p:pic>
        <p:nvPicPr>
          <p:cNvPr id="10" name="Object 9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624468" y="9091269"/>
            <a:ext cx="3314286" cy="1095238"/>
          </a:xfrm>
          <a:prstGeom prst="rect">
            <a:avLst/>
          </a:prstGeom>
        </p:spPr>
      </p:pic>
      <p:grpSp>
        <p:nvGrpSpPr>
          <p:cNvPr id="1003" name="그룹 1003"/>
          <p:cNvGrpSpPr/>
          <p:nvPr/>
        </p:nvGrpSpPr>
        <p:grpSpPr>
          <a:xfrm>
            <a:off x="3352800" y="1757849"/>
            <a:ext cx="11483382" cy="6509852"/>
            <a:chOff x="3153939" y="1757848"/>
            <a:chExt cx="11682243" cy="6571261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153939" y="1757848"/>
              <a:ext cx="11682243" cy="657126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-66253" y="0"/>
            <a:ext cx="20389234" cy="9093168"/>
            <a:chOff x="-66253" y="0"/>
            <a:chExt cx="20389234" cy="9093168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66253" y="0"/>
              <a:ext cx="20389234" cy="9093168"/>
            </a:xfrm>
            <a:prstGeom prst="rect">
              <a:avLst/>
            </a:prstGeom>
          </p:spPr>
        </p:pic>
      </p:grpSp>
      <p:pic>
        <p:nvPicPr>
          <p:cNvPr id="5" name="Object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6717622" y="213801"/>
            <a:ext cx="1266667" cy="1400000"/>
          </a:xfrm>
          <a:prstGeom prst="rect">
            <a:avLst/>
          </a:prstGeom>
        </p:spPr>
      </p:pic>
      <p:pic>
        <p:nvPicPr>
          <p:cNvPr id="6" name="Object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3712383" y="430262"/>
            <a:ext cx="3190476" cy="790476"/>
          </a:xfrm>
          <a:prstGeom prst="rect">
            <a:avLst/>
          </a:prstGeom>
        </p:spPr>
      </p:pic>
      <p:grpSp>
        <p:nvGrpSpPr>
          <p:cNvPr id="1002" name="그룹 1002"/>
          <p:cNvGrpSpPr/>
          <p:nvPr/>
        </p:nvGrpSpPr>
        <p:grpSpPr>
          <a:xfrm>
            <a:off x="14890643" y="1161905"/>
            <a:ext cx="1811288" cy="54262"/>
            <a:chOff x="14890643" y="1161905"/>
            <a:chExt cx="1811288" cy="54262"/>
          </a:xfrm>
        </p:grpSpPr>
        <p:pic>
          <p:nvPicPr>
            <p:cNvPr id="8" name="Object 7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890643" y="1161905"/>
              <a:ext cx="1811288" cy="54262"/>
            </a:xfrm>
            <a:prstGeom prst="rect">
              <a:avLst/>
            </a:prstGeom>
          </p:spPr>
        </p:pic>
      </p:grpSp>
      <p:pic>
        <p:nvPicPr>
          <p:cNvPr id="10" name="Object 9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970560" y="9073377"/>
            <a:ext cx="4371429" cy="1095238"/>
          </a:xfrm>
          <a:prstGeom prst="rect">
            <a:avLst/>
          </a:prstGeom>
        </p:spPr>
      </p:pic>
      <p:grpSp>
        <p:nvGrpSpPr>
          <p:cNvPr id="1003" name="그룹 1003"/>
          <p:cNvGrpSpPr/>
          <p:nvPr/>
        </p:nvGrpSpPr>
        <p:grpSpPr>
          <a:xfrm>
            <a:off x="2272424" y="1632044"/>
            <a:ext cx="12618219" cy="6974978"/>
            <a:chOff x="2272424" y="1632044"/>
            <a:chExt cx="12618219" cy="6974978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272424" y="1632044"/>
              <a:ext cx="12618219" cy="697497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-1" y="5077608"/>
            <a:ext cx="18374893" cy="5360802"/>
            <a:chOff x="-766787" y="5077608"/>
            <a:chExt cx="19141680" cy="5360802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766787" y="5077608"/>
              <a:ext cx="19141680" cy="5360802"/>
            </a:xfrm>
            <a:prstGeom prst="rect">
              <a:avLst/>
            </a:prstGeom>
          </p:spPr>
        </p:pic>
      </p:grpSp>
      <p:pic>
        <p:nvPicPr>
          <p:cNvPr id="5" name="Object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397439" y="1606011"/>
            <a:ext cx="8923810" cy="3523810"/>
          </a:xfrm>
          <a:prstGeom prst="rect">
            <a:avLst/>
          </a:prstGeom>
        </p:spPr>
      </p:pic>
      <p:pic>
        <p:nvPicPr>
          <p:cNvPr id="6" name="Object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6717665" y="213801"/>
            <a:ext cx="1266667" cy="1400000"/>
          </a:xfrm>
          <a:prstGeom prst="rect">
            <a:avLst/>
          </a:prstGeom>
        </p:spPr>
      </p:pic>
      <p:grpSp>
        <p:nvGrpSpPr>
          <p:cNvPr id="1002" name="그룹 1002"/>
          <p:cNvGrpSpPr/>
          <p:nvPr/>
        </p:nvGrpSpPr>
        <p:grpSpPr>
          <a:xfrm>
            <a:off x="1051941" y="5260066"/>
            <a:ext cx="5814006" cy="3468778"/>
            <a:chOff x="1051941" y="5260066"/>
            <a:chExt cx="5814006" cy="3468778"/>
          </a:xfrm>
        </p:grpSpPr>
        <p:pic>
          <p:nvPicPr>
            <p:cNvPr id="8" name="Object 7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51941" y="5260066"/>
              <a:ext cx="5814006" cy="3468778"/>
            </a:xfrm>
            <a:prstGeom prst="rect">
              <a:avLst/>
            </a:prstGeom>
          </p:spPr>
        </p:pic>
      </p:grpSp>
      <p:pic>
        <p:nvPicPr>
          <p:cNvPr id="10" name="Object 9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3712383" y="430262"/>
            <a:ext cx="3190476" cy="790476"/>
          </a:xfrm>
          <a:prstGeom prst="rect">
            <a:avLst/>
          </a:prstGeom>
        </p:spPr>
      </p:pic>
      <p:grpSp>
        <p:nvGrpSpPr>
          <p:cNvPr id="1003" name="그룹 1003"/>
          <p:cNvGrpSpPr/>
          <p:nvPr/>
        </p:nvGrpSpPr>
        <p:grpSpPr>
          <a:xfrm>
            <a:off x="14915452" y="1161905"/>
            <a:ext cx="1786479" cy="54262"/>
            <a:chOff x="14915452" y="1161905"/>
            <a:chExt cx="1786479" cy="54262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915452" y="1161905"/>
              <a:ext cx="1786479" cy="54262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3434181" y="2084034"/>
            <a:ext cx="3707718" cy="4332361"/>
            <a:chOff x="3434181" y="2084034"/>
            <a:chExt cx="3707718" cy="4332361"/>
          </a:xfrm>
        </p:grpSpPr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434181" y="2084034"/>
              <a:ext cx="3707718" cy="4332361"/>
            </a:xfrm>
            <a:prstGeom prst="rect">
              <a:avLst/>
            </a:prstGeom>
          </p:spPr>
        </p:pic>
      </p:grpSp>
      <p:pic>
        <p:nvPicPr>
          <p:cNvPr id="17" name="Object 16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3456344" y="2892172"/>
            <a:ext cx="3657143" cy="2723810"/>
          </a:xfrm>
          <a:prstGeom prst="rect">
            <a:avLst/>
          </a:prstGeom>
        </p:spPr>
      </p:pic>
      <p:pic>
        <p:nvPicPr>
          <p:cNvPr id="18" name="Object 17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8350792" y="5710182"/>
            <a:ext cx="8800000" cy="451428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6717665" y="213801"/>
            <a:ext cx="1266667" cy="1400000"/>
          </a:xfrm>
          <a:prstGeom prst="rect">
            <a:avLst/>
          </a:prstGeom>
        </p:spPr>
      </p:pic>
      <p:pic>
        <p:nvPicPr>
          <p:cNvPr id="3" name="Object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3712383" y="430262"/>
            <a:ext cx="3219048" cy="790476"/>
          </a:xfrm>
          <a:prstGeom prst="rect">
            <a:avLst/>
          </a:prstGeom>
        </p:spPr>
      </p:pic>
      <p:grpSp>
        <p:nvGrpSpPr>
          <p:cNvPr id="1001" name="그룹 1001"/>
          <p:cNvGrpSpPr/>
          <p:nvPr/>
        </p:nvGrpSpPr>
        <p:grpSpPr>
          <a:xfrm>
            <a:off x="15105155" y="1161905"/>
            <a:ext cx="1596775" cy="54262"/>
            <a:chOff x="15105155" y="1161905"/>
            <a:chExt cx="1596775" cy="54262"/>
          </a:xfrm>
        </p:grpSpPr>
        <p:pic>
          <p:nvPicPr>
            <p:cNvPr id="5" name="Object 4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105155" y="1161905"/>
              <a:ext cx="1596775" cy="54262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8825529" y="4344258"/>
            <a:ext cx="3388447" cy="3388447"/>
            <a:chOff x="8825529" y="4344258"/>
            <a:chExt cx="3388447" cy="3388447"/>
          </a:xfrm>
        </p:grpSpPr>
        <p:pic>
          <p:nvPicPr>
            <p:cNvPr id="8" name="Object 7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825529" y="4344258"/>
              <a:ext cx="3388447" cy="3388447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7171398" y="6051283"/>
            <a:ext cx="2702778" cy="2702778"/>
            <a:chOff x="7171398" y="6051283"/>
            <a:chExt cx="2702778" cy="2702778"/>
          </a:xfrm>
        </p:grpSpPr>
        <p:pic>
          <p:nvPicPr>
            <p:cNvPr id="11" name="Object 10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171398" y="6051283"/>
              <a:ext cx="2702778" cy="2702778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5991841" y="4553083"/>
            <a:ext cx="2446407" cy="2446407"/>
            <a:chOff x="5991841" y="4553083"/>
            <a:chExt cx="2446407" cy="2446407"/>
          </a:xfrm>
        </p:grpSpPr>
        <p:pic>
          <p:nvPicPr>
            <p:cNvPr id="14" name="Object 13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 rot="4320000">
              <a:off x="5991841" y="4553083"/>
              <a:ext cx="2446407" cy="2446407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7121957" y="3125388"/>
            <a:ext cx="2094961" cy="2094961"/>
            <a:chOff x="7121957" y="3125388"/>
            <a:chExt cx="2094961" cy="2094961"/>
          </a:xfrm>
        </p:grpSpPr>
        <p:pic>
          <p:nvPicPr>
            <p:cNvPr id="17" name="Object 16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 rot="-12540000">
              <a:off x="7121957" y="3125388"/>
              <a:ext cx="2094961" cy="2094961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1936775" y="3979192"/>
            <a:ext cx="4138856" cy="14625"/>
            <a:chOff x="1936775" y="3979192"/>
            <a:chExt cx="4138856" cy="14625"/>
          </a:xfrm>
        </p:grpSpPr>
        <p:pic>
          <p:nvPicPr>
            <p:cNvPr id="20" name="Object 19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936775" y="3979192"/>
              <a:ext cx="4138856" cy="14625"/>
            </a:xfrm>
            <a:prstGeom prst="rect">
              <a:avLst/>
            </a:prstGeom>
          </p:spPr>
        </p:pic>
      </p:grpSp>
      <p:pic>
        <p:nvPicPr>
          <p:cNvPr id="22" name="Object 21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1864392" y="4143011"/>
            <a:ext cx="4314286" cy="2333333"/>
          </a:xfrm>
          <a:prstGeom prst="rect">
            <a:avLst/>
          </a:prstGeom>
        </p:spPr>
      </p:pic>
      <p:pic>
        <p:nvPicPr>
          <p:cNvPr id="23" name="Object 22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1853167" y="3075519"/>
            <a:ext cx="2638095" cy="1000000"/>
          </a:xfrm>
          <a:prstGeom prst="rect">
            <a:avLst/>
          </a:prstGeom>
        </p:spPr>
      </p:pic>
      <p:grpSp>
        <p:nvGrpSpPr>
          <p:cNvPr id="1007" name="그룹 1007"/>
          <p:cNvGrpSpPr/>
          <p:nvPr/>
        </p:nvGrpSpPr>
        <p:grpSpPr>
          <a:xfrm>
            <a:off x="1936775" y="7321549"/>
            <a:ext cx="4138856" cy="14625"/>
            <a:chOff x="1936775" y="7321549"/>
            <a:chExt cx="4138856" cy="14625"/>
          </a:xfrm>
        </p:grpSpPr>
        <p:pic>
          <p:nvPicPr>
            <p:cNvPr id="25" name="Object 24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936775" y="7321549"/>
              <a:ext cx="4138856" cy="14625"/>
            </a:xfrm>
            <a:prstGeom prst="rect">
              <a:avLst/>
            </a:prstGeom>
          </p:spPr>
        </p:pic>
      </p:grpSp>
      <p:pic>
        <p:nvPicPr>
          <p:cNvPr id="27" name="Object 26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1838905" y="7485373"/>
            <a:ext cx="4514286" cy="1200000"/>
          </a:xfrm>
          <a:prstGeom prst="rect">
            <a:avLst/>
          </a:prstGeom>
        </p:spPr>
      </p:pic>
      <p:grpSp>
        <p:nvGrpSpPr>
          <p:cNvPr id="1008" name="그룹 1008"/>
          <p:cNvGrpSpPr/>
          <p:nvPr/>
        </p:nvGrpSpPr>
        <p:grpSpPr>
          <a:xfrm>
            <a:off x="12342129" y="3979192"/>
            <a:ext cx="4138856" cy="14625"/>
            <a:chOff x="12342129" y="3979192"/>
            <a:chExt cx="4138856" cy="14625"/>
          </a:xfrm>
        </p:grpSpPr>
        <p:pic>
          <p:nvPicPr>
            <p:cNvPr id="29" name="Object 28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342129" y="3979192"/>
              <a:ext cx="4138856" cy="14625"/>
            </a:xfrm>
            <a:prstGeom prst="rect">
              <a:avLst/>
            </a:prstGeom>
          </p:spPr>
        </p:pic>
      </p:grpSp>
      <p:pic>
        <p:nvPicPr>
          <p:cNvPr id="31" name="Object 30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2298287" y="4143011"/>
            <a:ext cx="4580952" cy="1571429"/>
          </a:xfrm>
          <a:prstGeom prst="rect">
            <a:avLst/>
          </a:prstGeom>
        </p:spPr>
      </p:pic>
      <p:pic>
        <p:nvPicPr>
          <p:cNvPr id="32" name="Object 31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12258491" y="3075519"/>
            <a:ext cx="2619048" cy="1000000"/>
          </a:xfrm>
          <a:prstGeom prst="rect">
            <a:avLst/>
          </a:prstGeom>
        </p:spPr>
      </p:pic>
      <p:grpSp>
        <p:nvGrpSpPr>
          <p:cNvPr id="1009" name="그룹 1009"/>
          <p:cNvGrpSpPr/>
          <p:nvPr/>
        </p:nvGrpSpPr>
        <p:grpSpPr>
          <a:xfrm>
            <a:off x="12342129" y="7321549"/>
            <a:ext cx="4138856" cy="14625"/>
            <a:chOff x="12342129" y="7321549"/>
            <a:chExt cx="4138856" cy="14625"/>
          </a:xfrm>
        </p:grpSpPr>
        <p:pic>
          <p:nvPicPr>
            <p:cNvPr id="34" name="Object 33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342129" y="7321549"/>
              <a:ext cx="4138856" cy="14625"/>
            </a:xfrm>
            <a:prstGeom prst="rect">
              <a:avLst/>
            </a:prstGeom>
          </p:spPr>
        </p:pic>
      </p:grpSp>
      <p:pic>
        <p:nvPicPr>
          <p:cNvPr id="36" name="Object 35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12298287" y="7485373"/>
            <a:ext cx="4123810" cy="81904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6717665" y="213801"/>
            <a:ext cx="1266667" cy="1400000"/>
          </a:xfrm>
          <a:prstGeom prst="rect">
            <a:avLst/>
          </a:prstGeom>
        </p:spPr>
      </p:pic>
      <p:pic>
        <p:nvPicPr>
          <p:cNvPr id="3" name="Object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3712383" y="430262"/>
            <a:ext cx="3219048" cy="790476"/>
          </a:xfrm>
          <a:prstGeom prst="rect">
            <a:avLst/>
          </a:prstGeom>
        </p:spPr>
      </p:pic>
      <p:grpSp>
        <p:nvGrpSpPr>
          <p:cNvPr id="1001" name="그룹 1001"/>
          <p:cNvGrpSpPr/>
          <p:nvPr/>
        </p:nvGrpSpPr>
        <p:grpSpPr>
          <a:xfrm>
            <a:off x="15029354" y="1161905"/>
            <a:ext cx="1672576" cy="54262"/>
            <a:chOff x="15029354" y="1161905"/>
            <a:chExt cx="1672576" cy="54262"/>
          </a:xfrm>
        </p:grpSpPr>
        <p:pic>
          <p:nvPicPr>
            <p:cNvPr id="5" name="Object 4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029354" y="1161905"/>
              <a:ext cx="1672576" cy="54262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0" y="0"/>
            <a:ext cx="6436190" cy="10316446"/>
            <a:chOff x="0" y="0"/>
            <a:chExt cx="6436190" cy="10316446"/>
          </a:xfrm>
        </p:grpSpPr>
        <p:pic>
          <p:nvPicPr>
            <p:cNvPr id="8" name="Object 7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0"/>
              <a:ext cx="6436190" cy="10316446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6436190" y="5631397"/>
            <a:ext cx="3885714" cy="252800"/>
            <a:chOff x="6436190" y="5631397"/>
            <a:chExt cx="3885714" cy="252800"/>
          </a:xfrm>
        </p:grpSpPr>
        <p:pic>
          <p:nvPicPr>
            <p:cNvPr id="11" name="Object 10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436190" y="5631397"/>
              <a:ext cx="3885714" cy="252800"/>
            </a:xfrm>
            <a:prstGeom prst="rect">
              <a:avLst/>
            </a:prstGeom>
          </p:spPr>
        </p:pic>
      </p:grpSp>
      <p:pic>
        <p:nvPicPr>
          <p:cNvPr id="13" name="Object 12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810018" y="2135927"/>
            <a:ext cx="3923810" cy="1219048"/>
          </a:xfrm>
          <a:prstGeom prst="rect">
            <a:avLst/>
          </a:prstGeom>
        </p:spPr>
      </p:pic>
      <p:pic>
        <p:nvPicPr>
          <p:cNvPr id="14" name="Object 13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843683" y="4078421"/>
            <a:ext cx="6152381" cy="1914286"/>
          </a:xfrm>
          <a:prstGeom prst="rect">
            <a:avLst/>
          </a:prstGeom>
        </p:spPr>
      </p:pic>
      <p:grpSp>
        <p:nvGrpSpPr>
          <p:cNvPr id="1004" name="그룹 1004"/>
          <p:cNvGrpSpPr/>
          <p:nvPr/>
        </p:nvGrpSpPr>
        <p:grpSpPr>
          <a:xfrm>
            <a:off x="1837327" y="6851747"/>
            <a:ext cx="2265062" cy="2057424"/>
            <a:chOff x="1837327" y="6851747"/>
            <a:chExt cx="2265062" cy="2057424"/>
          </a:xfrm>
        </p:grpSpPr>
        <p:pic>
          <p:nvPicPr>
            <p:cNvPr id="16" name="Object 15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837327" y="6851747"/>
              <a:ext cx="2265062" cy="2057424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8829451" y="1666214"/>
            <a:ext cx="7168523" cy="8065848"/>
            <a:chOff x="8829451" y="1666214"/>
            <a:chExt cx="7168523" cy="8065848"/>
          </a:xfrm>
        </p:grpSpPr>
        <p:pic>
          <p:nvPicPr>
            <p:cNvPr id="19" name="Object 18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829451" y="1666214"/>
              <a:ext cx="7168523" cy="806584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CD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54746" y="59671"/>
            <a:ext cx="6533333" cy="7314286"/>
          </a:xfrm>
          <a:prstGeom prst="rect">
            <a:avLst/>
          </a:prstGeom>
        </p:spPr>
      </p:pic>
      <p:pic>
        <p:nvPicPr>
          <p:cNvPr id="3" name="Object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704215" y="2021949"/>
            <a:ext cx="3200000" cy="1552381"/>
          </a:xfrm>
          <a:prstGeom prst="rect">
            <a:avLst/>
          </a:prstGeom>
        </p:spPr>
      </p:pic>
      <p:grpSp>
        <p:nvGrpSpPr>
          <p:cNvPr id="1001" name="그룹 1001"/>
          <p:cNvGrpSpPr/>
          <p:nvPr/>
        </p:nvGrpSpPr>
        <p:grpSpPr>
          <a:xfrm>
            <a:off x="13823679" y="5095238"/>
            <a:ext cx="2768546" cy="4205519"/>
            <a:chOff x="13823679" y="5095238"/>
            <a:chExt cx="2768546" cy="4205519"/>
          </a:xfrm>
        </p:grpSpPr>
        <p:pic>
          <p:nvPicPr>
            <p:cNvPr id="5" name="Object 4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823679" y="5095238"/>
              <a:ext cx="2768546" cy="420551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290112" y="1323131"/>
            <a:ext cx="4742857" cy="1438095"/>
          </a:xfrm>
          <a:prstGeom prst="rect">
            <a:avLst/>
          </a:prstGeom>
        </p:spPr>
      </p:pic>
      <p:grpSp>
        <p:nvGrpSpPr>
          <p:cNvPr id="1001" name="그룹 1001"/>
          <p:cNvGrpSpPr/>
          <p:nvPr/>
        </p:nvGrpSpPr>
        <p:grpSpPr>
          <a:xfrm>
            <a:off x="2218995" y="5679771"/>
            <a:ext cx="13625053" cy="164571"/>
            <a:chOff x="2218995" y="5679771"/>
            <a:chExt cx="13625053" cy="164571"/>
          </a:xfrm>
        </p:grpSpPr>
        <p:pic>
          <p:nvPicPr>
            <p:cNvPr id="4" name="Object 3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18995" y="5679771"/>
              <a:ext cx="13625053" cy="164571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4283116" y="5609675"/>
            <a:ext cx="312840" cy="312840"/>
            <a:chOff x="4283116" y="5609675"/>
            <a:chExt cx="312840" cy="312840"/>
          </a:xfrm>
        </p:grpSpPr>
        <p:pic>
          <p:nvPicPr>
            <p:cNvPr id="7" name="Object 6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83116" y="5609675"/>
              <a:ext cx="312840" cy="312840"/>
            </a:xfrm>
            <a:prstGeom prst="rect">
              <a:avLst/>
            </a:prstGeom>
          </p:spPr>
        </p:pic>
      </p:grpSp>
      <p:pic>
        <p:nvPicPr>
          <p:cNvPr id="9" name="Object 8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821829" y="6267744"/>
            <a:ext cx="3647619" cy="1142857"/>
          </a:xfrm>
          <a:prstGeom prst="rect">
            <a:avLst/>
          </a:prstGeom>
        </p:spPr>
      </p:pic>
      <p:pic>
        <p:nvPicPr>
          <p:cNvPr id="10" name="Object 9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3961703" y="4580946"/>
            <a:ext cx="1066667" cy="1142857"/>
          </a:xfrm>
          <a:prstGeom prst="rect">
            <a:avLst/>
          </a:prstGeom>
        </p:spPr>
      </p:pic>
      <p:grpSp>
        <p:nvGrpSpPr>
          <p:cNvPr id="1003" name="그룹 1003"/>
          <p:cNvGrpSpPr/>
          <p:nvPr/>
        </p:nvGrpSpPr>
        <p:grpSpPr>
          <a:xfrm>
            <a:off x="9039848" y="5609675"/>
            <a:ext cx="312840" cy="312840"/>
            <a:chOff x="9039848" y="5609675"/>
            <a:chExt cx="312840" cy="312840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039848" y="5609675"/>
              <a:ext cx="312840" cy="312840"/>
            </a:xfrm>
            <a:prstGeom prst="rect">
              <a:avLst/>
            </a:prstGeom>
          </p:spPr>
        </p:pic>
      </p:grpSp>
      <p:pic>
        <p:nvPicPr>
          <p:cNvPr id="14" name="Object 13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7578563" y="6267744"/>
            <a:ext cx="3342857" cy="1142857"/>
          </a:xfrm>
          <a:prstGeom prst="rect">
            <a:avLst/>
          </a:prstGeom>
        </p:spPr>
      </p:pic>
      <p:pic>
        <p:nvPicPr>
          <p:cNvPr id="15" name="Object 14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8718435" y="4580946"/>
            <a:ext cx="1123810" cy="1142857"/>
          </a:xfrm>
          <a:prstGeom prst="rect">
            <a:avLst/>
          </a:prstGeom>
        </p:spPr>
      </p:pic>
      <p:grpSp>
        <p:nvGrpSpPr>
          <p:cNvPr id="1004" name="그룹 1004"/>
          <p:cNvGrpSpPr/>
          <p:nvPr/>
        </p:nvGrpSpPr>
        <p:grpSpPr>
          <a:xfrm>
            <a:off x="13796580" y="5609675"/>
            <a:ext cx="312840" cy="312840"/>
            <a:chOff x="13796580" y="5609675"/>
            <a:chExt cx="312840" cy="312840"/>
          </a:xfrm>
        </p:grpSpPr>
        <p:pic>
          <p:nvPicPr>
            <p:cNvPr id="17" name="Object 16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796580" y="5609675"/>
              <a:ext cx="312840" cy="312840"/>
            </a:xfrm>
            <a:prstGeom prst="rect">
              <a:avLst/>
            </a:prstGeom>
          </p:spPr>
        </p:pic>
      </p:grpSp>
      <p:pic>
        <p:nvPicPr>
          <p:cNvPr id="19" name="Object 18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12335324" y="6267744"/>
            <a:ext cx="3628571" cy="1142857"/>
          </a:xfrm>
          <a:prstGeom prst="rect">
            <a:avLst/>
          </a:prstGeom>
        </p:spPr>
      </p:pic>
      <p:pic>
        <p:nvPicPr>
          <p:cNvPr id="20" name="Object 19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13475167" y="4580946"/>
            <a:ext cx="1104762" cy="1142857"/>
          </a:xfrm>
          <a:prstGeom prst="rect">
            <a:avLst/>
          </a:prstGeom>
        </p:spPr>
      </p:pic>
      <p:grpSp>
        <p:nvGrpSpPr>
          <p:cNvPr id="1005" name="그룹 1005"/>
          <p:cNvGrpSpPr/>
          <p:nvPr/>
        </p:nvGrpSpPr>
        <p:grpSpPr>
          <a:xfrm>
            <a:off x="2189191" y="5630333"/>
            <a:ext cx="271524" cy="271524"/>
            <a:chOff x="2189191" y="5630333"/>
            <a:chExt cx="271524" cy="271524"/>
          </a:xfrm>
        </p:grpSpPr>
        <p:pic>
          <p:nvPicPr>
            <p:cNvPr id="22" name="Object 21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189191" y="5630333"/>
              <a:ext cx="271524" cy="271524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15825000" y="5630333"/>
            <a:ext cx="271524" cy="271524"/>
            <a:chOff x="15825000" y="5630333"/>
            <a:chExt cx="271524" cy="271524"/>
          </a:xfrm>
        </p:grpSpPr>
        <p:pic>
          <p:nvPicPr>
            <p:cNvPr id="25" name="Object 24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5825000" y="5630333"/>
              <a:ext cx="271524" cy="271524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6731760" y="5632152"/>
            <a:ext cx="271524" cy="271524"/>
            <a:chOff x="6731760" y="5632152"/>
            <a:chExt cx="271524" cy="271524"/>
          </a:xfrm>
        </p:grpSpPr>
        <p:pic>
          <p:nvPicPr>
            <p:cNvPr id="28" name="Object 27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731760" y="5632152"/>
              <a:ext cx="271524" cy="271524"/>
            </a:xfrm>
            <a:prstGeom prst="rect">
              <a:avLst/>
            </a:prstGeom>
          </p:spPr>
        </p:pic>
      </p:grpSp>
      <p:grpSp>
        <p:nvGrpSpPr>
          <p:cNvPr id="1008" name="그룹 1008"/>
          <p:cNvGrpSpPr/>
          <p:nvPr/>
        </p:nvGrpSpPr>
        <p:grpSpPr>
          <a:xfrm>
            <a:off x="11405206" y="5632152"/>
            <a:ext cx="271524" cy="271524"/>
            <a:chOff x="11405206" y="5632152"/>
            <a:chExt cx="271524" cy="271524"/>
          </a:xfrm>
        </p:grpSpPr>
        <p:pic>
          <p:nvPicPr>
            <p:cNvPr id="31" name="Object 30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1405206" y="5632152"/>
              <a:ext cx="271524" cy="271524"/>
            </a:xfrm>
            <a:prstGeom prst="rect">
              <a:avLst/>
            </a:prstGeom>
          </p:spPr>
        </p:pic>
      </p:grpSp>
      <p:pic>
        <p:nvPicPr>
          <p:cNvPr id="33" name="Object 32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16717665" y="213802"/>
            <a:ext cx="1257143" cy="1400000"/>
          </a:xfrm>
          <a:prstGeom prst="rect">
            <a:avLst/>
          </a:prstGeom>
        </p:spPr>
      </p:pic>
      <p:pic>
        <p:nvPicPr>
          <p:cNvPr id="34" name="Object 33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3712383" y="430262"/>
            <a:ext cx="3219048" cy="790476"/>
          </a:xfrm>
          <a:prstGeom prst="rect">
            <a:avLst/>
          </a:prstGeom>
        </p:spPr>
      </p:pic>
      <p:grpSp>
        <p:nvGrpSpPr>
          <p:cNvPr id="1009" name="그룹 1009"/>
          <p:cNvGrpSpPr/>
          <p:nvPr/>
        </p:nvGrpSpPr>
        <p:grpSpPr>
          <a:xfrm>
            <a:off x="15695238" y="1161905"/>
            <a:ext cx="1006692" cy="54262"/>
            <a:chOff x="15695238" y="1161905"/>
            <a:chExt cx="1006692" cy="54262"/>
          </a:xfrm>
        </p:grpSpPr>
        <p:pic>
          <p:nvPicPr>
            <p:cNvPr id="36" name="Object 35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5695238" y="1161905"/>
              <a:ext cx="1006692" cy="5426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290112" y="1323131"/>
            <a:ext cx="4742857" cy="1438095"/>
          </a:xfrm>
          <a:prstGeom prst="rect">
            <a:avLst/>
          </a:prstGeom>
        </p:spPr>
      </p:pic>
      <p:grpSp>
        <p:nvGrpSpPr>
          <p:cNvPr id="1001" name="그룹 1001"/>
          <p:cNvGrpSpPr/>
          <p:nvPr/>
        </p:nvGrpSpPr>
        <p:grpSpPr>
          <a:xfrm>
            <a:off x="2218995" y="5617149"/>
            <a:ext cx="13625053" cy="164571"/>
            <a:chOff x="2218995" y="5617149"/>
            <a:chExt cx="13625053" cy="164571"/>
          </a:xfrm>
        </p:grpSpPr>
        <p:pic>
          <p:nvPicPr>
            <p:cNvPr id="4" name="Object 3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18995" y="5617149"/>
              <a:ext cx="13625053" cy="164571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4283116" y="5547053"/>
            <a:ext cx="312840" cy="312840"/>
            <a:chOff x="4283116" y="5547053"/>
            <a:chExt cx="312840" cy="312840"/>
          </a:xfrm>
        </p:grpSpPr>
        <p:pic>
          <p:nvPicPr>
            <p:cNvPr id="7" name="Object 6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83116" y="5547053"/>
              <a:ext cx="312840" cy="312840"/>
            </a:xfrm>
            <a:prstGeom prst="rect">
              <a:avLst/>
            </a:prstGeom>
          </p:spPr>
        </p:pic>
      </p:grpSp>
      <p:pic>
        <p:nvPicPr>
          <p:cNvPr id="9" name="Object 8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821829" y="6205121"/>
            <a:ext cx="2228571" cy="638095"/>
          </a:xfrm>
          <a:prstGeom prst="rect">
            <a:avLst/>
          </a:prstGeom>
        </p:spPr>
      </p:pic>
      <p:pic>
        <p:nvPicPr>
          <p:cNvPr id="10" name="Object 9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3961703" y="4518324"/>
            <a:ext cx="1066667" cy="1142857"/>
          </a:xfrm>
          <a:prstGeom prst="rect">
            <a:avLst/>
          </a:prstGeom>
        </p:spPr>
      </p:pic>
      <p:grpSp>
        <p:nvGrpSpPr>
          <p:cNvPr id="1003" name="그룹 1003"/>
          <p:cNvGrpSpPr/>
          <p:nvPr/>
        </p:nvGrpSpPr>
        <p:grpSpPr>
          <a:xfrm>
            <a:off x="9039848" y="5547053"/>
            <a:ext cx="312840" cy="312840"/>
            <a:chOff x="9039848" y="5547053"/>
            <a:chExt cx="312840" cy="312840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039848" y="5547053"/>
              <a:ext cx="312840" cy="312840"/>
            </a:xfrm>
            <a:prstGeom prst="rect">
              <a:avLst/>
            </a:prstGeom>
          </p:spPr>
        </p:pic>
      </p:grpSp>
      <p:pic>
        <p:nvPicPr>
          <p:cNvPr id="14" name="Object 13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7578563" y="6205121"/>
            <a:ext cx="3285714" cy="638095"/>
          </a:xfrm>
          <a:prstGeom prst="rect">
            <a:avLst/>
          </a:prstGeom>
        </p:spPr>
      </p:pic>
      <p:pic>
        <p:nvPicPr>
          <p:cNvPr id="15" name="Object 14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8718435" y="4518324"/>
            <a:ext cx="1123810" cy="1142857"/>
          </a:xfrm>
          <a:prstGeom prst="rect">
            <a:avLst/>
          </a:prstGeom>
        </p:spPr>
      </p:pic>
      <p:grpSp>
        <p:nvGrpSpPr>
          <p:cNvPr id="1004" name="그룹 1004"/>
          <p:cNvGrpSpPr/>
          <p:nvPr/>
        </p:nvGrpSpPr>
        <p:grpSpPr>
          <a:xfrm>
            <a:off x="13796580" y="5547053"/>
            <a:ext cx="312840" cy="312840"/>
            <a:chOff x="13796580" y="5547053"/>
            <a:chExt cx="312840" cy="312840"/>
          </a:xfrm>
        </p:grpSpPr>
        <p:pic>
          <p:nvPicPr>
            <p:cNvPr id="17" name="Object 16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796580" y="5547053"/>
              <a:ext cx="312840" cy="312840"/>
            </a:xfrm>
            <a:prstGeom prst="rect">
              <a:avLst/>
            </a:prstGeom>
          </p:spPr>
        </p:pic>
      </p:grpSp>
      <p:pic>
        <p:nvPicPr>
          <p:cNvPr id="19" name="Object 18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12335324" y="6205121"/>
            <a:ext cx="3533333" cy="1142857"/>
          </a:xfrm>
          <a:prstGeom prst="rect">
            <a:avLst/>
          </a:prstGeom>
        </p:spPr>
      </p:pic>
      <p:pic>
        <p:nvPicPr>
          <p:cNvPr id="20" name="Object 19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13475167" y="4518324"/>
            <a:ext cx="1104762" cy="1142857"/>
          </a:xfrm>
          <a:prstGeom prst="rect">
            <a:avLst/>
          </a:prstGeom>
        </p:spPr>
      </p:pic>
      <p:grpSp>
        <p:nvGrpSpPr>
          <p:cNvPr id="1005" name="그룹 1005"/>
          <p:cNvGrpSpPr/>
          <p:nvPr/>
        </p:nvGrpSpPr>
        <p:grpSpPr>
          <a:xfrm>
            <a:off x="2189191" y="5567711"/>
            <a:ext cx="271524" cy="271524"/>
            <a:chOff x="2189191" y="5567711"/>
            <a:chExt cx="271524" cy="271524"/>
          </a:xfrm>
        </p:grpSpPr>
        <p:pic>
          <p:nvPicPr>
            <p:cNvPr id="22" name="Object 21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189191" y="5567711"/>
              <a:ext cx="271524" cy="271524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15825000" y="5567711"/>
            <a:ext cx="271524" cy="271524"/>
            <a:chOff x="15825000" y="5567711"/>
            <a:chExt cx="271524" cy="271524"/>
          </a:xfrm>
        </p:grpSpPr>
        <p:pic>
          <p:nvPicPr>
            <p:cNvPr id="25" name="Object 24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5825000" y="5567711"/>
              <a:ext cx="271524" cy="271524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6731760" y="5569530"/>
            <a:ext cx="271524" cy="271524"/>
            <a:chOff x="6731760" y="5569530"/>
            <a:chExt cx="271524" cy="271524"/>
          </a:xfrm>
        </p:grpSpPr>
        <p:pic>
          <p:nvPicPr>
            <p:cNvPr id="28" name="Object 27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731760" y="5569530"/>
              <a:ext cx="271524" cy="271524"/>
            </a:xfrm>
            <a:prstGeom prst="rect">
              <a:avLst/>
            </a:prstGeom>
          </p:spPr>
        </p:pic>
      </p:grpSp>
      <p:grpSp>
        <p:nvGrpSpPr>
          <p:cNvPr id="1008" name="그룹 1008"/>
          <p:cNvGrpSpPr/>
          <p:nvPr/>
        </p:nvGrpSpPr>
        <p:grpSpPr>
          <a:xfrm>
            <a:off x="11405206" y="5569530"/>
            <a:ext cx="271524" cy="271524"/>
            <a:chOff x="11405206" y="5569530"/>
            <a:chExt cx="271524" cy="271524"/>
          </a:xfrm>
        </p:grpSpPr>
        <p:pic>
          <p:nvPicPr>
            <p:cNvPr id="31" name="Object 30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1405206" y="5569530"/>
              <a:ext cx="271524" cy="271524"/>
            </a:xfrm>
            <a:prstGeom prst="rect">
              <a:avLst/>
            </a:prstGeom>
          </p:spPr>
        </p:pic>
      </p:grpSp>
      <p:pic>
        <p:nvPicPr>
          <p:cNvPr id="33" name="Object 32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16717665" y="213801"/>
            <a:ext cx="1257143" cy="1400000"/>
          </a:xfrm>
          <a:prstGeom prst="rect">
            <a:avLst/>
          </a:prstGeom>
        </p:spPr>
      </p:pic>
      <p:pic>
        <p:nvPicPr>
          <p:cNvPr id="34" name="Object 33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3712382" y="430262"/>
            <a:ext cx="3219048" cy="790476"/>
          </a:xfrm>
          <a:prstGeom prst="rect">
            <a:avLst/>
          </a:prstGeom>
        </p:spPr>
      </p:pic>
      <p:grpSp>
        <p:nvGrpSpPr>
          <p:cNvPr id="1009" name="그룹 1009"/>
          <p:cNvGrpSpPr/>
          <p:nvPr/>
        </p:nvGrpSpPr>
        <p:grpSpPr>
          <a:xfrm>
            <a:off x="15657143" y="1161905"/>
            <a:ext cx="1044788" cy="54262"/>
            <a:chOff x="15657143" y="1161905"/>
            <a:chExt cx="1044788" cy="54262"/>
          </a:xfrm>
        </p:grpSpPr>
        <p:pic>
          <p:nvPicPr>
            <p:cNvPr id="36" name="Object 35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5657143" y="1161905"/>
              <a:ext cx="1044788" cy="5426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CD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54746" y="59671"/>
            <a:ext cx="6609524" cy="7314286"/>
          </a:xfrm>
          <a:prstGeom prst="rect">
            <a:avLst/>
          </a:prstGeom>
        </p:spPr>
      </p:pic>
      <p:pic>
        <p:nvPicPr>
          <p:cNvPr id="3" name="Object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829460" y="2053260"/>
            <a:ext cx="3219048" cy="1552381"/>
          </a:xfrm>
          <a:prstGeom prst="rect">
            <a:avLst/>
          </a:prstGeom>
        </p:spPr>
      </p:pic>
      <p:grpSp>
        <p:nvGrpSpPr>
          <p:cNvPr id="1001" name="그룹 1001"/>
          <p:cNvGrpSpPr/>
          <p:nvPr/>
        </p:nvGrpSpPr>
        <p:grpSpPr>
          <a:xfrm>
            <a:off x="13823679" y="5095238"/>
            <a:ext cx="2768546" cy="4205519"/>
            <a:chOff x="13823679" y="5095238"/>
            <a:chExt cx="2768546" cy="4205519"/>
          </a:xfrm>
        </p:grpSpPr>
        <p:pic>
          <p:nvPicPr>
            <p:cNvPr id="5" name="Object 4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823679" y="5095238"/>
              <a:ext cx="2768546" cy="420551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1869916" y="4514384"/>
            <a:ext cx="7246082" cy="1604082"/>
            <a:chOff x="1869916" y="4514384"/>
            <a:chExt cx="7246082" cy="1604082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69916" y="4514384"/>
              <a:ext cx="7246082" cy="1604082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1869916" y="6505272"/>
            <a:ext cx="7246082" cy="1604082"/>
            <a:chOff x="1869916" y="6505272"/>
            <a:chExt cx="7246082" cy="1604082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69916" y="6505272"/>
              <a:ext cx="7246082" cy="1604082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9591293" y="4514384"/>
            <a:ext cx="7246082" cy="1604082"/>
            <a:chOff x="9591293" y="4514384"/>
            <a:chExt cx="7246082" cy="1604082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91293" y="4514384"/>
              <a:ext cx="7246082" cy="1604082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9591293" y="6505272"/>
            <a:ext cx="7246082" cy="1604082"/>
            <a:chOff x="9591293" y="6505272"/>
            <a:chExt cx="7246082" cy="1604082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91293" y="6505272"/>
              <a:ext cx="7246082" cy="1604082"/>
            </a:xfrm>
            <a:prstGeom prst="rect">
              <a:avLst/>
            </a:prstGeom>
          </p:spPr>
        </p:pic>
      </p:grpSp>
      <p:pic>
        <p:nvPicPr>
          <p:cNvPr id="14" name="Object 1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6717665" y="213801"/>
            <a:ext cx="1266667" cy="1400000"/>
          </a:xfrm>
          <a:prstGeom prst="rect">
            <a:avLst/>
          </a:prstGeom>
        </p:spPr>
      </p:pic>
      <p:pic>
        <p:nvPicPr>
          <p:cNvPr id="15" name="Object 14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3712383" y="430262"/>
            <a:ext cx="3190476" cy="790476"/>
          </a:xfrm>
          <a:prstGeom prst="rect">
            <a:avLst/>
          </a:prstGeom>
        </p:spPr>
      </p:pic>
      <p:grpSp>
        <p:nvGrpSpPr>
          <p:cNvPr id="1005" name="그룹 1005"/>
          <p:cNvGrpSpPr/>
          <p:nvPr/>
        </p:nvGrpSpPr>
        <p:grpSpPr>
          <a:xfrm>
            <a:off x="15730645" y="1161905"/>
            <a:ext cx="971286" cy="54262"/>
            <a:chOff x="15730645" y="1161905"/>
            <a:chExt cx="971286" cy="54262"/>
          </a:xfrm>
        </p:grpSpPr>
        <p:pic>
          <p:nvPicPr>
            <p:cNvPr id="17" name="Object 16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730645" y="1161905"/>
              <a:ext cx="971286" cy="54262"/>
            </a:xfrm>
            <a:prstGeom prst="rect">
              <a:avLst/>
            </a:prstGeom>
          </p:spPr>
        </p:pic>
      </p:grpSp>
      <p:pic>
        <p:nvPicPr>
          <p:cNvPr id="19" name="Object 18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3872020" y="4889539"/>
            <a:ext cx="5038095" cy="1476190"/>
          </a:xfrm>
          <a:prstGeom prst="rect">
            <a:avLst/>
          </a:prstGeom>
        </p:spPr>
      </p:pic>
      <p:pic>
        <p:nvPicPr>
          <p:cNvPr id="20" name="Object 19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11604270" y="5013348"/>
            <a:ext cx="5219048" cy="961905"/>
          </a:xfrm>
          <a:prstGeom prst="rect">
            <a:avLst/>
          </a:prstGeom>
        </p:spPr>
      </p:pic>
      <p:pic>
        <p:nvPicPr>
          <p:cNvPr id="21" name="Object 20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3872020" y="6518330"/>
            <a:ext cx="5076190" cy="1571429"/>
          </a:xfrm>
          <a:prstGeom prst="rect">
            <a:avLst/>
          </a:prstGeom>
        </p:spPr>
      </p:pic>
      <p:pic>
        <p:nvPicPr>
          <p:cNvPr id="22" name="Object 21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11604269" y="6820793"/>
            <a:ext cx="4666667" cy="1409524"/>
          </a:xfrm>
          <a:prstGeom prst="rect">
            <a:avLst/>
          </a:prstGeom>
        </p:spPr>
      </p:pic>
      <p:grpSp>
        <p:nvGrpSpPr>
          <p:cNvPr id="1006" name="그룹 1006"/>
          <p:cNvGrpSpPr/>
          <p:nvPr/>
        </p:nvGrpSpPr>
        <p:grpSpPr>
          <a:xfrm>
            <a:off x="2173939" y="4777863"/>
            <a:ext cx="1321537" cy="1043484"/>
            <a:chOff x="2173939" y="4777863"/>
            <a:chExt cx="1321537" cy="1043484"/>
          </a:xfrm>
        </p:grpSpPr>
        <p:pic>
          <p:nvPicPr>
            <p:cNvPr id="24" name="Object 23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173939" y="4777863"/>
              <a:ext cx="1321537" cy="1043484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9987482" y="4911499"/>
            <a:ext cx="1034344" cy="896865"/>
            <a:chOff x="9987482" y="4911499"/>
            <a:chExt cx="1034344" cy="896865"/>
          </a:xfrm>
        </p:grpSpPr>
        <p:pic>
          <p:nvPicPr>
            <p:cNvPr id="27" name="Object 26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987482" y="4911499"/>
              <a:ext cx="1034344" cy="896865"/>
            </a:xfrm>
            <a:prstGeom prst="rect">
              <a:avLst/>
            </a:prstGeom>
          </p:spPr>
        </p:pic>
      </p:grpSp>
      <p:grpSp>
        <p:nvGrpSpPr>
          <p:cNvPr id="1008" name="그룹 1008"/>
          <p:cNvGrpSpPr/>
          <p:nvPr/>
        </p:nvGrpSpPr>
        <p:grpSpPr>
          <a:xfrm>
            <a:off x="10009236" y="6852977"/>
            <a:ext cx="1088705" cy="968347"/>
            <a:chOff x="10009236" y="6852977"/>
            <a:chExt cx="1088705" cy="968347"/>
          </a:xfrm>
        </p:grpSpPr>
        <p:pic>
          <p:nvPicPr>
            <p:cNvPr id="30" name="Object 29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009236" y="6852977"/>
              <a:ext cx="1088705" cy="968347"/>
            </a:xfrm>
            <a:prstGeom prst="rect">
              <a:avLst/>
            </a:prstGeom>
          </p:spPr>
        </p:pic>
      </p:grpSp>
      <p:pic>
        <p:nvPicPr>
          <p:cNvPr id="32" name="Object 31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4628648" y="3029557"/>
            <a:ext cx="2495238" cy="780952"/>
          </a:xfrm>
          <a:prstGeom prst="rect">
            <a:avLst/>
          </a:prstGeom>
        </p:spPr>
      </p:pic>
      <p:grpSp>
        <p:nvGrpSpPr>
          <p:cNvPr id="1009" name="그룹 1009"/>
          <p:cNvGrpSpPr/>
          <p:nvPr/>
        </p:nvGrpSpPr>
        <p:grpSpPr>
          <a:xfrm>
            <a:off x="2308328" y="6811662"/>
            <a:ext cx="1031005" cy="1031175"/>
            <a:chOff x="2308328" y="6811662"/>
            <a:chExt cx="1031005" cy="1031175"/>
          </a:xfrm>
        </p:grpSpPr>
        <p:pic>
          <p:nvPicPr>
            <p:cNvPr id="34" name="Object 33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308328" y="6811662"/>
              <a:ext cx="1031005" cy="1031175"/>
            </a:xfrm>
            <a:prstGeom prst="rect">
              <a:avLst/>
            </a:prstGeom>
          </p:spPr>
        </p:pic>
      </p:grpSp>
      <p:pic>
        <p:nvPicPr>
          <p:cNvPr id="36" name="Object 35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11343716" y="2998461"/>
            <a:ext cx="4409524" cy="213333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CD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54746" y="59671"/>
            <a:ext cx="6533333" cy="7314286"/>
          </a:xfrm>
          <a:prstGeom prst="rect">
            <a:avLst/>
          </a:prstGeom>
        </p:spPr>
      </p:pic>
      <p:pic>
        <p:nvPicPr>
          <p:cNvPr id="3" name="Object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738031" y="2053260"/>
            <a:ext cx="4057143" cy="1552381"/>
          </a:xfrm>
          <a:prstGeom prst="rect">
            <a:avLst/>
          </a:prstGeom>
        </p:spPr>
      </p:pic>
      <p:grpSp>
        <p:nvGrpSpPr>
          <p:cNvPr id="1001" name="그룹 1001"/>
          <p:cNvGrpSpPr/>
          <p:nvPr/>
        </p:nvGrpSpPr>
        <p:grpSpPr>
          <a:xfrm>
            <a:off x="13823679" y="5095238"/>
            <a:ext cx="2768546" cy="4205519"/>
            <a:chOff x="13823679" y="5095238"/>
            <a:chExt cx="2768546" cy="4205519"/>
          </a:xfrm>
        </p:grpSpPr>
        <p:pic>
          <p:nvPicPr>
            <p:cNvPr id="5" name="Object 4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823679" y="5095238"/>
              <a:ext cx="2768546" cy="4205519"/>
            </a:xfrm>
            <a:prstGeom prst="rect">
              <a:avLst/>
            </a:prstGeom>
          </p:spPr>
        </p:pic>
      </p:grpSp>
      <p:pic>
        <p:nvPicPr>
          <p:cNvPr id="6" name="그림 5" descr="텍스트이(가) 표시된 사진&#10;&#10;자동 생성된 설명">
            <a:extLst>
              <a:ext uri="{FF2B5EF4-FFF2-40B4-BE49-F238E27FC236}">
                <a16:creationId xmlns:a16="http://schemas.microsoft.com/office/drawing/2014/main" id="{257E5622-11D2-A14A-9A41-974EC5CF137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8259" y="2066990"/>
            <a:ext cx="3959639" cy="25654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2997085" y="2196881"/>
            <a:ext cx="5934690" cy="7620126"/>
            <a:chOff x="2997085" y="2196881"/>
            <a:chExt cx="5934690" cy="7620126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97085" y="2196881"/>
              <a:ext cx="5934690" cy="7620126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9874386" y="2216901"/>
            <a:ext cx="5987209" cy="7588782"/>
            <a:chOff x="9874386" y="2216901"/>
            <a:chExt cx="5987209" cy="7588782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4386" y="2216901"/>
              <a:ext cx="5987209" cy="7588782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12122476" y="3465469"/>
            <a:ext cx="1154634" cy="1081952"/>
            <a:chOff x="12122476" y="3465469"/>
            <a:chExt cx="1154634" cy="1081952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122476" y="3465469"/>
              <a:ext cx="1154634" cy="1081952"/>
            </a:xfrm>
            <a:prstGeom prst="rect">
              <a:avLst/>
            </a:prstGeom>
          </p:spPr>
        </p:pic>
      </p:grpSp>
      <p:pic>
        <p:nvPicPr>
          <p:cNvPr id="11" name="Object 10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6717665" y="213801"/>
            <a:ext cx="1257143" cy="1400000"/>
          </a:xfrm>
          <a:prstGeom prst="rect">
            <a:avLst/>
          </a:prstGeom>
        </p:spPr>
      </p:pic>
      <p:grpSp>
        <p:nvGrpSpPr>
          <p:cNvPr id="1004" name="그룹 1004"/>
          <p:cNvGrpSpPr/>
          <p:nvPr/>
        </p:nvGrpSpPr>
        <p:grpSpPr>
          <a:xfrm>
            <a:off x="15346939" y="1161905"/>
            <a:ext cx="1354992" cy="54262"/>
            <a:chOff x="15346939" y="1161905"/>
            <a:chExt cx="1354992" cy="54262"/>
          </a:xfrm>
        </p:grpSpPr>
        <p:pic>
          <p:nvPicPr>
            <p:cNvPr id="14" name="Object 13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346939" y="1161905"/>
              <a:ext cx="1354992" cy="54262"/>
            </a:xfrm>
            <a:prstGeom prst="rect">
              <a:avLst/>
            </a:prstGeom>
          </p:spPr>
        </p:pic>
      </p:grpSp>
      <p:pic>
        <p:nvPicPr>
          <p:cNvPr id="16" name="Object 15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4903426" y="4778819"/>
            <a:ext cx="1923810" cy="723810"/>
          </a:xfrm>
          <a:prstGeom prst="rect">
            <a:avLst/>
          </a:prstGeom>
        </p:spPr>
      </p:pic>
      <p:pic>
        <p:nvPicPr>
          <p:cNvPr id="17" name="Object 16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11806986" y="4825467"/>
            <a:ext cx="1952381" cy="733333"/>
          </a:xfrm>
          <a:prstGeom prst="rect">
            <a:avLst/>
          </a:prstGeom>
        </p:spPr>
      </p:pic>
      <p:pic>
        <p:nvPicPr>
          <p:cNvPr id="18" name="Object 17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3393723" y="6472100"/>
            <a:ext cx="5285714" cy="2961905"/>
          </a:xfrm>
          <a:prstGeom prst="rect">
            <a:avLst/>
          </a:prstGeom>
        </p:spPr>
      </p:pic>
      <p:pic>
        <p:nvPicPr>
          <p:cNvPr id="19" name="Object 18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10469917" y="6472100"/>
            <a:ext cx="4771429" cy="2238095"/>
          </a:xfrm>
          <a:prstGeom prst="rect">
            <a:avLst/>
          </a:prstGeom>
        </p:spPr>
      </p:pic>
      <p:grpSp>
        <p:nvGrpSpPr>
          <p:cNvPr id="1005" name="그룹 1005"/>
          <p:cNvGrpSpPr/>
          <p:nvPr/>
        </p:nvGrpSpPr>
        <p:grpSpPr>
          <a:xfrm>
            <a:off x="5298121" y="3003853"/>
            <a:ext cx="1465950" cy="1520244"/>
            <a:chOff x="5298121" y="3003853"/>
            <a:chExt cx="1465950" cy="1520244"/>
          </a:xfrm>
        </p:grpSpPr>
        <p:pic>
          <p:nvPicPr>
            <p:cNvPr id="21" name="Object 20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298121" y="3003853"/>
              <a:ext cx="1465950" cy="1520244"/>
            </a:xfrm>
            <a:prstGeom prst="rect">
              <a:avLst/>
            </a:prstGeom>
          </p:spPr>
        </p:pic>
      </p:grpSp>
      <p:pic>
        <p:nvPicPr>
          <p:cNvPr id="23" name="Object 22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3967750" y="969703"/>
            <a:ext cx="8276190" cy="1180952"/>
          </a:xfrm>
          <a:prstGeom prst="rect">
            <a:avLst/>
          </a:prstGeom>
        </p:spPr>
      </p:pic>
      <p:pic>
        <p:nvPicPr>
          <p:cNvPr id="22" name="그림 21" descr="텍스트이(가) 표시된 사진&#10;&#10;자동 생성된 설명">
            <a:extLst>
              <a:ext uri="{FF2B5EF4-FFF2-40B4-BE49-F238E27FC236}">
                <a16:creationId xmlns:a16="http://schemas.microsoft.com/office/drawing/2014/main" id="{76816291-52FD-C24B-8286-C0DDB0BDD07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20247" y="481317"/>
            <a:ext cx="3573853" cy="98681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2997085" y="2196881"/>
            <a:ext cx="5934690" cy="7620126"/>
            <a:chOff x="2997085" y="2196881"/>
            <a:chExt cx="5934690" cy="7620126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97085" y="2196881"/>
              <a:ext cx="5934690" cy="7620126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9874386" y="2216901"/>
            <a:ext cx="5987209" cy="7588782"/>
            <a:chOff x="9874386" y="2216901"/>
            <a:chExt cx="5987209" cy="7588782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4386" y="2216901"/>
              <a:ext cx="5987209" cy="7588782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12290673" y="3442145"/>
            <a:ext cx="1154634" cy="1081952"/>
            <a:chOff x="12290673" y="3442145"/>
            <a:chExt cx="1154634" cy="1081952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290673" y="3442145"/>
              <a:ext cx="1154634" cy="1081952"/>
            </a:xfrm>
            <a:prstGeom prst="rect">
              <a:avLst/>
            </a:prstGeom>
          </p:spPr>
        </p:pic>
      </p:grpSp>
      <p:pic>
        <p:nvPicPr>
          <p:cNvPr id="16" name="Object 15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906830" y="4782220"/>
            <a:ext cx="2047619" cy="1209524"/>
          </a:xfrm>
          <a:prstGeom prst="rect">
            <a:avLst/>
          </a:prstGeom>
        </p:spPr>
      </p:pic>
      <p:pic>
        <p:nvPicPr>
          <p:cNvPr id="17" name="Object 16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1970251" y="4825467"/>
            <a:ext cx="1952381" cy="733333"/>
          </a:xfrm>
          <a:prstGeom prst="rect">
            <a:avLst/>
          </a:prstGeom>
        </p:spPr>
      </p:pic>
      <p:pic>
        <p:nvPicPr>
          <p:cNvPr id="18" name="Object 17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3393725" y="6472096"/>
            <a:ext cx="3933333" cy="2238095"/>
          </a:xfrm>
          <a:prstGeom prst="rect">
            <a:avLst/>
          </a:prstGeom>
        </p:spPr>
      </p:pic>
      <p:pic>
        <p:nvPicPr>
          <p:cNvPr id="19" name="Object 18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10469906" y="6472096"/>
            <a:ext cx="4628571" cy="2238095"/>
          </a:xfrm>
          <a:prstGeom prst="rect">
            <a:avLst/>
          </a:prstGeom>
        </p:spPr>
      </p:pic>
      <p:pic>
        <p:nvPicPr>
          <p:cNvPr id="20" name="Object 19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3967752" y="969704"/>
            <a:ext cx="7914286" cy="1180952"/>
          </a:xfrm>
          <a:prstGeom prst="rect">
            <a:avLst/>
          </a:prstGeom>
        </p:spPr>
      </p:pic>
      <p:grpSp>
        <p:nvGrpSpPr>
          <p:cNvPr id="1005" name="그룹 1005"/>
          <p:cNvGrpSpPr/>
          <p:nvPr/>
        </p:nvGrpSpPr>
        <p:grpSpPr>
          <a:xfrm>
            <a:off x="4499305" y="3081852"/>
            <a:ext cx="1465125" cy="1374365"/>
            <a:chOff x="4499305" y="3081852"/>
            <a:chExt cx="1465125" cy="1374365"/>
          </a:xfrm>
        </p:grpSpPr>
        <p:pic>
          <p:nvPicPr>
            <p:cNvPr id="22" name="Object 21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499305" y="3081852"/>
              <a:ext cx="1465125" cy="1374365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5964430" y="2909855"/>
            <a:ext cx="1364573" cy="1545912"/>
            <a:chOff x="5964430" y="2909855"/>
            <a:chExt cx="1364573" cy="1545912"/>
          </a:xfrm>
        </p:grpSpPr>
        <p:pic>
          <p:nvPicPr>
            <p:cNvPr id="25" name="Object 24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964430" y="2909855"/>
              <a:ext cx="1364573" cy="1545912"/>
            </a:xfrm>
            <a:prstGeom prst="rect">
              <a:avLst/>
            </a:prstGeom>
          </p:spPr>
        </p:pic>
      </p:grpSp>
      <p:pic>
        <p:nvPicPr>
          <p:cNvPr id="21" name="그림 20" descr="텍스트이(가) 표시된 사진&#10;&#10;자동 생성된 설명">
            <a:extLst>
              <a:ext uri="{FF2B5EF4-FFF2-40B4-BE49-F238E27FC236}">
                <a16:creationId xmlns:a16="http://schemas.microsoft.com/office/drawing/2014/main" id="{553EB655-0D9D-0F43-9870-924C2A11BFB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20247" y="481317"/>
            <a:ext cx="3573853" cy="98681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503995" y="2592479"/>
            <a:ext cx="6942857" cy="2228571"/>
          </a:xfrm>
          <a:prstGeom prst="rect">
            <a:avLst/>
          </a:prstGeom>
        </p:spPr>
      </p:pic>
      <p:grpSp>
        <p:nvGrpSpPr>
          <p:cNvPr id="1001" name="그룹 1001"/>
          <p:cNvGrpSpPr/>
          <p:nvPr/>
        </p:nvGrpSpPr>
        <p:grpSpPr>
          <a:xfrm>
            <a:off x="7548959" y="6635294"/>
            <a:ext cx="1019197" cy="1479373"/>
            <a:chOff x="7548959" y="6635294"/>
            <a:chExt cx="1019197" cy="1479373"/>
          </a:xfrm>
        </p:grpSpPr>
        <p:pic>
          <p:nvPicPr>
            <p:cNvPr id="4" name="Object 3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48959" y="6635294"/>
              <a:ext cx="1019197" cy="1479373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8626485" y="6652396"/>
            <a:ext cx="1019197" cy="1479373"/>
            <a:chOff x="8626485" y="6652396"/>
            <a:chExt cx="1019197" cy="1479373"/>
          </a:xfrm>
        </p:grpSpPr>
        <p:pic>
          <p:nvPicPr>
            <p:cNvPr id="7" name="Object 6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26485" y="6652396"/>
              <a:ext cx="1019197" cy="1479373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9717558" y="6652396"/>
            <a:ext cx="1019197" cy="1479373"/>
            <a:chOff x="9717558" y="6652396"/>
            <a:chExt cx="1019197" cy="1479373"/>
          </a:xfrm>
        </p:grpSpPr>
        <p:pic>
          <p:nvPicPr>
            <p:cNvPr id="10" name="Object 9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17558" y="6652396"/>
              <a:ext cx="1019197" cy="147937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29</Words>
  <Application>Microsoft Macintosh PowerPoint</Application>
  <PresentationFormat>사용자 지정</PresentationFormat>
  <Paragraphs>9</Paragraphs>
  <Slides>19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4" baseType="lpstr">
      <vt:lpstr>DX영화자막 M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officegen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officegen</dc:creator>
  <cp:lastModifiedBy>진혜령</cp:lastModifiedBy>
  <cp:revision>6</cp:revision>
  <dcterms:created xsi:type="dcterms:W3CDTF">2020-11-27T00:59:43Z</dcterms:created>
  <dcterms:modified xsi:type="dcterms:W3CDTF">2020-11-26T16:28:09Z</dcterms:modified>
</cp:coreProperties>
</file>